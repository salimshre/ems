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72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embeddedFontLst>
    <p:embeddedFont>
      <p:font typeface="Archivo Black" panose="020B0604020202020204" charset="0"/>
      <p:regular r:id="rId20"/>
    </p:embeddedFont>
    <p:embeddedFont>
      <p:font typeface="Karla" pitchFamily="2" charset="0"/>
      <p:regular r:id="rId21"/>
      <p:bold r:id="rId22"/>
      <p:italic r:id="rId23"/>
      <p:boldItalic r:id="rId24"/>
    </p:embeddedFont>
    <p:embeddedFont>
      <p:font typeface="Noto Sans Symbols" panose="020B0604020202020204" charset="0"/>
      <p:regular r:id="rId25"/>
      <p:bold r:id="rId26"/>
    </p:embeddedFont>
    <p:embeddedFont>
      <p:font typeface="Paytone One" panose="020B0604020202020204" charset="0"/>
      <p:regular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a6a4f44e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da6a4f44e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a6a4f44e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a6a4f44e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a6a4f44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da6a4f44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a6a4f44ef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da6a4f44ef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a6a4f44e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a6a4f44e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905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3761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6617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a6a4f44ef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a6a4f44ef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a6a4f44ef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a6a4f44ef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a6a4f44ef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da6a4f44ef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a6a4f44e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da6a4f44ef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 rot="7936800">
            <a:off x="7881120" y="-11923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" name="Google Shape;9;p2"/>
          <p:cNvSpPr/>
          <p:nvPr/>
        </p:nvSpPr>
        <p:spPr>
          <a:xfrm rot="7936800">
            <a:off x="8009280" y="-14227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" name="Google Shape;10;p2"/>
          <p:cNvSpPr/>
          <p:nvPr/>
        </p:nvSpPr>
        <p:spPr>
          <a:xfrm rot="7936800">
            <a:off x="8175240" y="-165276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" name="Google Shape;11;p2"/>
          <p:cNvSpPr/>
          <p:nvPr/>
        </p:nvSpPr>
        <p:spPr>
          <a:xfrm rot="724800">
            <a:off x="8134920" y="381924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" name="Google Shape;12;p2"/>
          <p:cNvSpPr/>
          <p:nvPr/>
        </p:nvSpPr>
        <p:spPr>
          <a:xfrm rot="724800">
            <a:off x="8269560" y="397296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" name="Google Shape;13;p2"/>
          <p:cNvSpPr/>
          <p:nvPr/>
        </p:nvSpPr>
        <p:spPr>
          <a:xfrm rot="724800">
            <a:off x="8448480" y="413280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4632840" y="724680"/>
            <a:ext cx="3376080" cy="307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BLANK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410840" y="686880"/>
            <a:ext cx="6309720" cy="3982320"/>
          </a:xfrm>
          <a:custGeom>
            <a:avLst/>
            <a:gdLst/>
            <a:ahLst/>
            <a:cxnLst/>
            <a:rect l="l" t="t" r="r" b="b"/>
            <a:pathLst>
              <a:path w="27540" h="17382" extrusionOk="0">
                <a:moveTo>
                  <a:pt x="0" y="0"/>
                </a:moveTo>
                <a:lnTo>
                  <a:pt x="0" y="17382"/>
                </a:lnTo>
                <a:lnTo>
                  <a:pt x="27539" y="17382"/>
                </a:lnTo>
                <a:lnTo>
                  <a:pt x="27539" y="0"/>
                </a:lnTo>
                <a:close/>
              </a:path>
            </a:pathLst>
          </a:custGeom>
          <a:solidFill>
            <a:srgbClr val="FFA35A">
              <a:alpha val="2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44600" y="633960"/>
            <a:ext cx="6488640" cy="221760"/>
          </a:xfrm>
          <a:custGeom>
            <a:avLst/>
            <a:gdLst/>
            <a:ahLst/>
            <a:cxnLst/>
            <a:rect l="l" t="t" r="r" b="b"/>
            <a:pathLst>
              <a:path w="28320" h="969" extrusionOk="0">
                <a:moveTo>
                  <a:pt x="28320" y="1"/>
                </a:moveTo>
                <a:lnTo>
                  <a:pt x="44" y="232"/>
                </a:lnTo>
                <a:lnTo>
                  <a:pt x="0" y="969"/>
                </a:lnTo>
                <a:lnTo>
                  <a:pt x="28320" y="680"/>
                </a:lnTo>
                <a:lnTo>
                  <a:pt x="283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324320" y="4654800"/>
            <a:ext cx="181800" cy="168840"/>
          </a:xfrm>
          <a:custGeom>
            <a:avLst/>
            <a:gdLst/>
            <a:ahLst/>
            <a:cxnLst/>
            <a:rect l="l" t="t" r="r" b="b"/>
            <a:pathLst>
              <a:path w="795" h="739" extrusionOk="0">
                <a:moveTo>
                  <a:pt x="425" y="1"/>
                </a:moveTo>
                <a:cubicBezTo>
                  <a:pt x="395" y="1"/>
                  <a:pt x="376" y="7"/>
                  <a:pt x="376" y="7"/>
                </a:cubicBezTo>
                <a:cubicBezTo>
                  <a:pt x="376" y="7"/>
                  <a:pt x="405" y="7"/>
                  <a:pt x="448" y="22"/>
                </a:cubicBezTo>
                <a:cubicBezTo>
                  <a:pt x="506" y="36"/>
                  <a:pt x="578" y="79"/>
                  <a:pt x="636" y="152"/>
                </a:cubicBezTo>
                <a:cubicBezTo>
                  <a:pt x="679" y="224"/>
                  <a:pt x="737" y="325"/>
                  <a:pt x="723" y="441"/>
                </a:cubicBezTo>
                <a:cubicBezTo>
                  <a:pt x="708" y="542"/>
                  <a:pt x="592" y="643"/>
                  <a:pt x="477" y="672"/>
                </a:cubicBezTo>
                <a:cubicBezTo>
                  <a:pt x="446" y="682"/>
                  <a:pt x="415" y="686"/>
                  <a:pt x="385" y="686"/>
                </a:cubicBezTo>
                <a:cubicBezTo>
                  <a:pt x="284" y="686"/>
                  <a:pt x="189" y="637"/>
                  <a:pt x="145" y="571"/>
                </a:cubicBezTo>
                <a:cubicBezTo>
                  <a:pt x="87" y="469"/>
                  <a:pt x="87" y="368"/>
                  <a:pt x="116" y="282"/>
                </a:cubicBezTo>
                <a:cubicBezTo>
                  <a:pt x="130" y="180"/>
                  <a:pt x="173" y="137"/>
                  <a:pt x="217" y="94"/>
                </a:cubicBezTo>
                <a:cubicBezTo>
                  <a:pt x="275" y="65"/>
                  <a:pt x="289" y="36"/>
                  <a:pt x="289" y="36"/>
                </a:cubicBezTo>
                <a:lnTo>
                  <a:pt x="289" y="36"/>
                </a:lnTo>
                <a:cubicBezTo>
                  <a:pt x="289" y="36"/>
                  <a:pt x="260" y="36"/>
                  <a:pt x="173" y="65"/>
                </a:cubicBezTo>
                <a:cubicBezTo>
                  <a:pt x="130" y="79"/>
                  <a:pt x="72" y="152"/>
                  <a:pt x="29" y="238"/>
                </a:cubicBezTo>
                <a:cubicBezTo>
                  <a:pt x="0" y="325"/>
                  <a:pt x="0" y="455"/>
                  <a:pt x="72" y="585"/>
                </a:cubicBezTo>
                <a:cubicBezTo>
                  <a:pt x="130" y="690"/>
                  <a:pt x="263" y="738"/>
                  <a:pt x="388" y="738"/>
                </a:cubicBezTo>
                <a:cubicBezTo>
                  <a:pt x="419" y="738"/>
                  <a:pt x="449" y="735"/>
                  <a:pt x="477" y="730"/>
                </a:cubicBezTo>
                <a:cubicBezTo>
                  <a:pt x="636" y="715"/>
                  <a:pt x="766" y="585"/>
                  <a:pt x="780" y="441"/>
                </a:cubicBezTo>
                <a:cubicBezTo>
                  <a:pt x="795" y="310"/>
                  <a:pt x="737" y="180"/>
                  <a:pt x="665" y="108"/>
                </a:cubicBezTo>
                <a:cubicBezTo>
                  <a:pt x="592" y="36"/>
                  <a:pt x="520" y="7"/>
                  <a:pt x="477" y="7"/>
                </a:cubicBezTo>
                <a:cubicBezTo>
                  <a:pt x="458" y="2"/>
                  <a:pt x="440" y="1"/>
                  <a:pt x="42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84600" rIns="91425" bIns="846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124360" y="1089720"/>
            <a:ext cx="4894920" cy="159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74240" y="-51840"/>
            <a:ext cx="3087000" cy="240084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-356760" y="-248400"/>
            <a:ext cx="3087000" cy="240084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-560160" y="-451800"/>
            <a:ext cx="3087000" cy="240084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6331680" y="-51840"/>
            <a:ext cx="3087000" cy="240084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" name="Google Shape;26;p3"/>
          <p:cNvSpPr/>
          <p:nvPr/>
        </p:nvSpPr>
        <p:spPr>
          <a:xfrm flipH="1">
            <a:off x="6514200" y="-248400"/>
            <a:ext cx="3087000" cy="240084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" name="Google Shape;27;p3"/>
          <p:cNvSpPr/>
          <p:nvPr/>
        </p:nvSpPr>
        <p:spPr>
          <a:xfrm flipH="1">
            <a:off x="6717600" y="-451800"/>
            <a:ext cx="3087000" cy="240084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18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54200" y="1093320"/>
            <a:ext cx="7276320" cy="356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" name="Google Shape;33;p4"/>
          <p:cNvSpPr/>
          <p:nvPr/>
        </p:nvSpPr>
        <p:spPr>
          <a:xfrm rot="1516200">
            <a:off x="-1000080" y="2493360"/>
            <a:ext cx="1877040" cy="192348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4" name="Google Shape;34;p4"/>
          <p:cNvSpPr/>
          <p:nvPr/>
        </p:nvSpPr>
        <p:spPr>
          <a:xfrm rot="1516200">
            <a:off x="-1172880" y="2493360"/>
            <a:ext cx="1877040" cy="192348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" name="Google Shape;35;p4"/>
          <p:cNvSpPr/>
          <p:nvPr/>
        </p:nvSpPr>
        <p:spPr>
          <a:xfrm rot="1516200">
            <a:off x="-1365120" y="2493360"/>
            <a:ext cx="1877040" cy="192348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" name="Google Shape;36;p4"/>
          <p:cNvSpPr/>
          <p:nvPr/>
        </p:nvSpPr>
        <p:spPr>
          <a:xfrm flipH="1">
            <a:off x="8415720" y="133884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" name="Google Shape;37;p4"/>
          <p:cNvSpPr/>
          <p:nvPr/>
        </p:nvSpPr>
        <p:spPr>
          <a:xfrm flipH="1">
            <a:off x="8511840" y="159516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" name="Google Shape;38;p4"/>
          <p:cNvSpPr/>
          <p:nvPr/>
        </p:nvSpPr>
        <p:spPr>
          <a:xfrm flipH="1">
            <a:off x="8596800" y="173952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" name="Google Shape;39;p4"/>
          <p:cNvSpPr/>
          <p:nvPr/>
        </p:nvSpPr>
        <p:spPr>
          <a:xfrm rot="7936800">
            <a:off x="7692480" y="-1269720"/>
            <a:ext cx="1474920" cy="299916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" name="Google Shape;40;p4"/>
          <p:cNvSpPr/>
          <p:nvPr/>
        </p:nvSpPr>
        <p:spPr>
          <a:xfrm rot="7936800">
            <a:off x="7803360" y="-1469520"/>
            <a:ext cx="1474920" cy="299916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" name="Google Shape;41;p4"/>
          <p:cNvSpPr/>
          <p:nvPr/>
        </p:nvSpPr>
        <p:spPr>
          <a:xfrm rot="7936800">
            <a:off x="7947000" y="-1668960"/>
            <a:ext cx="1474920" cy="299916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_1">
  <p:cSld name="ONE_COLUMN_TEXT_1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734040" y="1310760"/>
            <a:ext cx="4051440" cy="29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446616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-210960" y="-9000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-376200" y="-26784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-560160" y="-45180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0" name="Google Shape;50;p5"/>
          <p:cNvGrpSpPr/>
          <p:nvPr/>
        </p:nvGrpSpPr>
        <p:grpSpPr>
          <a:xfrm>
            <a:off x="583560" y="-63360"/>
            <a:ext cx="8576280" cy="5229360"/>
            <a:chOff x="583560" y="-63360"/>
            <a:chExt cx="8576280" cy="5229360"/>
          </a:xfrm>
        </p:grpSpPr>
        <p:sp>
          <p:nvSpPr>
            <p:cNvPr id="51" name="Google Shape;51;p5"/>
            <p:cNvSpPr/>
            <p:nvPr/>
          </p:nvSpPr>
          <p:spPr>
            <a:xfrm>
              <a:off x="583560" y="414720"/>
              <a:ext cx="8576280" cy="4751280"/>
            </a:xfrm>
            <a:custGeom>
              <a:avLst/>
              <a:gdLst/>
              <a:ahLst/>
              <a:cxnLst/>
              <a:rect l="l" t="t" r="r" b="b"/>
              <a:pathLst>
                <a:path w="343070" h="190060" extrusionOk="0">
                  <a:moveTo>
                    <a:pt x="264110" y="0"/>
                  </a:moveTo>
                  <a:lnTo>
                    <a:pt x="146720" y="91571"/>
                  </a:lnTo>
                  <a:lnTo>
                    <a:pt x="0" y="190060"/>
                  </a:lnTo>
                  <a:lnTo>
                    <a:pt x="343070" y="190060"/>
                  </a:lnTo>
                  <a:lnTo>
                    <a:pt x="343044" y="63397"/>
                  </a:lnTo>
                  <a:lnTo>
                    <a:pt x="279845" y="38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EBE0D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52" name="Google Shape;52;p5"/>
            <p:cNvGrpSpPr/>
            <p:nvPr/>
          </p:nvGrpSpPr>
          <p:grpSpPr>
            <a:xfrm>
              <a:off x="7180560" y="-63360"/>
              <a:ext cx="412200" cy="500760"/>
              <a:chOff x="7180560" y="-63360"/>
              <a:chExt cx="412200" cy="500760"/>
            </a:xfrm>
          </p:grpSpPr>
          <p:sp>
            <p:nvSpPr>
              <p:cNvPr id="53" name="Google Shape;53;p5"/>
              <p:cNvSpPr/>
              <p:nvPr/>
            </p:nvSpPr>
            <p:spPr>
              <a:xfrm flipH="1">
                <a:off x="7180560" y="212040"/>
                <a:ext cx="412200" cy="225360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5111" extrusionOk="0">
                    <a:moveTo>
                      <a:pt x="3631" y="1"/>
                    </a:moveTo>
                    <a:lnTo>
                      <a:pt x="3631" y="1172"/>
                    </a:lnTo>
                    <a:lnTo>
                      <a:pt x="0" y="5110"/>
                    </a:lnTo>
                    <a:lnTo>
                      <a:pt x="9340" y="4686"/>
                    </a:lnTo>
                    <a:lnTo>
                      <a:pt x="4670" y="1172"/>
                    </a:lnTo>
                    <a:lnTo>
                      <a:pt x="4670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 flipH="1">
                <a:off x="7412760" y="-63360"/>
                <a:ext cx="1080" cy="276480"/>
              </a:xfrm>
              <a:custGeom>
                <a:avLst/>
                <a:gdLst/>
                <a:ahLst/>
                <a:cxnLst/>
                <a:rect l="l" t="t" r="r" b="b"/>
                <a:pathLst>
                  <a:path w="30" h="6267" extrusionOk="0">
                    <a:moveTo>
                      <a:pt x="15" y="0"/>
                    </a:moveTo>
                    <a:cubicBezTo>
                      <a:pt x="0" y="0"/>
                      <a:pt x="0" y="1391"/>
                      <a:pt x="0" y="3133"/>
                    </a:cubicBezTo>
                    <a:cubicBezTo>
                      <a:pt x="0" y="4875"/>
                      <a:pt x="0" y="6266"/>
                      <a:pt x="15" y="6266"/>
                    </a:cubicBezTo>
                    <a:cubicBezTo>
                      <a:pt x="29" y="6266"/>
                      <a:pt x="29" y="4846"/>
                      <a:pt x="29" y="3133"/>
                    </a:cubicBezTo>
                    <a:cubicBezTo>
                      <a:pt x="29" y="1391"/>
                      <a:pt x="29" y="0"/>
                      <a:pt x="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9">
  <p:cSld name="CUSTOM_9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/>
          <p:cNvPicPr preferRelativeResize="0"/>
          <p:nvPr/>
        </p:nvPicPr>
        <p:blipFill rotWithShape="1">
          <a:blip r:embed="rId2">
            <a:alphaModFix amt="56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6"/>
          <p:cNvGrpSpPr/>
          <p:nvPr/>
        </p:nvGrpSpPr>
        <p:grpSpPr>
          <a:xfrm>
            <a:off x="1253880" y="617760"/>
            <a:ext cx="2250360" cy="3660840"/>
            <a:chOff x="1253880" y="617760"/>
            <a:chExt cx="2250360" cy="3660840"/>
          </a:xfrm>
        </p:grpSpPr>
        <p:sp>
          <p:nvSpPr>
            <p:cNvPr id="58" name="Google Shape;58;p6"/>
            <p:cNvSpPr/>
            <p:nvPr/>
          </p:nvSpPr>
          <p:spPr>
            <a:xfrm>
              <a:off x="1290240" y="657720"/>
              <a:ext cx="2202480" cy="3558600"/>
            </a:xfrm>
            <a:custGeom>
              <a:avLst/>
              <a:gdLst/>
              <a:ahLst/>
              <a:cxnLst/>
              <a:rect l="l" t="t" r="r" b="b"/>
              <a:pathLst>
                <a:path w="26835" h="46950" extrusionOk="0">
                  <a:moveTo>
                    <a:pt x="1" y="0"/>
                  </a:moveTo>
                  <a:lnTo>
                    <a:pt x="1" y="46949"/>
                  </a:lnTo>
                  <a:lnTo>
                    <a:pt x="26835" y="46949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FFFFFF">
                <a:alpha val="6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1253880" y="617760"/>
              <a:ext cx="2250360" cy="3660840"/>
            </a:xfrm>
            <a:custGeom>
              <a:avLst/>
              <a:gdLst/>
              <a:ahLst/>
              <a:cxnLst/>
              <a:rect l="l" t="t" r="r" b="b"/>
              <a:pathLst>
                <a:path w="27421" h="48297" extrusionOk="0">
                  <a:moveTo>
                    <a:pt x="13381" y="11800"/>
                  </a:moveTo>
                  <a:lnTo>
                    <a:pt x="13381" y="24009"/>
                  </a:lnTo>
                  <a:lnTo>
                    <a:pt x="6369" y="24009"/>
                  </a:lnTo>
                  <a:lnTo>
                    <a:pt x="6369" y="11800"/>
                  </a:lnTo>
                  <a:close/>
                  <a:moveTo>
                    <a:pt x="20891" y="11829"/>
                  </a:moveTo>
                  <a:lnTo>
                    <a:pt x="20891" y="24009"/>
                  </a:lnTo>
                  <a:lnTo>
                    <a:pt x="14245" y="24009"/>
                  </a:lnTo>
                  <a:lnTo>
                    <a:pt x="14245" y="11829"/>
                  </a:lnTo>
                  <a:close/>
                  <a:moveTo>
                    <a:pt x="13381" y="24858"/>
                  </a:moveTo>
                  <a:lnTo>
                    <a:pt x="13381" y="36643"/>
                  </a:lnTo>
                  <a:lnTo>
                    <a:pt x="6369" y="36643"/>
                  </a:lnTo>
                  <a:lnTo>
                    <a:pt x="6369" y="24858"/>
                  </a:lnTo>
                  <a:close/>
                  <a:moveTo>
                    <a:pt x="20891" y="24858"/>
                  </a:moveTo>
                  <a:lnTo>
                    <a:pt x="20891" y="36643"/>
                  </a:lnTo>
                  <a:lnTo>
                    <a:pt x="14245" y="36643"/>
                  </a:lnTo>
                  <a:lnTo>
                    <a:pt x="14245" y="24858"/>
                  </a:lnTo>
                  <a:close/>
                  <a:moveTo>
                    <a:pt x="13381" y="0"/>
                  </a:moveTo>
                  <a:lnTo>
                    <a:pt x="13381" y="11580"/>
                  </a:lnTo>
                  <a:lnTo>
                    <a:pt x="6369" y="11580"/>
                  </a:lnTo>
                  <a:lnTo>
                    <a:pt x="6369" y="776"/>
                  </a:lnTo>
                  <a:lnTo>
                    <a:pt x="6134" y="776"/>
                  </a:lnTo>
                  <a:lnTo>
                    <a:pt x="6134" y="11580"/>
                  </a:lnTo>
                  <a:lnTo>
                    <a:pt x="0" y="11580"/>
                  </a:lnTo>
                  <a:lnTo>
                    <a:pt x="0" y="11800"/>
                  </a:lnTo>
                  <a:lnTo>
                    <a:pt x="6134" y="11800"/>
                  </a:lnTo>
                  <a:lnTo>
                    <a:pt x="6134" y="24009"/>
                  </a:lnTo>
                  <a:lnTo>
                    <a:pt x="0" y="24009"/>
                  </a:lnTo>
                  <a:lnTo>
                    <a:pt x="0" y="24873"/>
                  </a:lnTo>
                  <a:lnTo>
                    <a:pt x="6134" y="24873"/>
                  </a:lnTo>
                  <a:lnTo>
                    <a:pt x="6134" y="36643"/>
                  </a:lnTo>
                  <a:lnTo>
                    <a:pt x="0" y="36643"/>
                  </a:lnTo>
                  <a:lnTo>
                    <a:pt x="0" y="36863"/>
                  </a:lnTo>
                  <a:lnTo>
                    <a:pt x="6134" y="36863"/>
                  </a:lnTo>
                  <a:lnTo>
                    <a:pt x="6134" y="48296"/>
                  </a:lnTo>
                  <a:lnTo>
                    <a:pt x="6369" y="48296"/>
                  </a:lnTo>
                  <a:lnTo>
                    <a:pt x="6369" y="36863"/>
                  </a:lnTo>
                  <a:lnTo>
                    <a:pt x="13381" y="36863"/>
                  </a:lnTo>
                  <a:lnTo>
                    <a:pt x="13381" y="47520"/>
                  </a:lnTo>
                  <a:lnTo>
                    <a:pt x="14245" y="47520"/>
                  </a:lnTo>
                  <a:lnTo>
                    <a:pt x="14245" y="36863"/>
                  </a:lnTo>
                  <a:lnTo>
                    <a:pt x="20891" y="36863"/>
                  </a:lnTo>
                  <a:lnTo>
                    <a:pt x="20891" y="48296"/>
                  </a:lnTo>
                  <a:lnTo>
                    <a:pt x="21125" y="48296"/>
                  </a:lnTo>
                  <a:lnTo>
                    <a:pt x="21125" y="36863"/>
                  </a:lnTo>
                  <a:lnTo>
                    <a:pt x="27420" y="36863"/>
                  </a:lnTo>
                  <a:lnTo>
                    <a:pt x="27420" y="36643"/>
                  </a:lnTo>
                  <a:lnTo>
                    <a:pt x="21125" y="36643"/>
                  </a:lnTo>
                  <a:lnTo>
                    <a:pt x="21125" y="24858"/>
                  </a:lnTo>
                  <a:lnTo>
                    <a:pt x="27420" y="24858"/>
                  </a:lnTo>
                  <a:lnTo>
                    <a:pt x="27420" y="24009"/>
                  </a:lnTo>
                  <a:lnTo>
                    <a:pt x="21125" y="24009"/>
                  </a:lnTo>
                  <a:lnTo>
                    <a:pt x="21125" y="11829"/>
                  </a:lnTo>
                  <a:lnTo>
                    <a:pt x="27420" y="11829"/>
                  </a:lnTo>
                  <a:lnTo>
                    <a:pt x="27420" y="11800"/>
                  </a:lnTo>
                  <a:lnTo>
                    <a:pt x="27420" y="11580"/>
                  </a:lnTo>
                  <a:lnTo>
                    <a:pt x="21125" y="11580"/>
                  </a:lnTo>
                  <a:lnTo>
                    <a:pt x="21125" y="776"/>
                  </a:lnTo>
                  <a:lnTo>
                    <a:pt x="20891" y="776"/>
                  </a:lnTo>
                  <a:lnTo>
                    <a:pt x="20891" y="11580"/>
                  </a:lnTo>
                  <a:lnTo>
                    <a:pt x="14245" y="11580"/>
                  </a:lnTo>
                  <a:lnTo>
                    <a:pt x="14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4579200" y="537840"/>
            <a:ext cx="3554640" cy="10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 flipH="1">
            <a:off x="-107280" y="243720"/>
            <a:ext cx="9250200" cy="4974480"/>
          </a:xfrm>
          <a:custGeom>
            <a:avLst/>
            <a:gdLst/>
            <a:ahLst/>
            <a:cxnLst/>
            <a:rect l="l" t="t" r="r" b="b"/>
            <a:pathLst>
              <a:path w="370027" h="199000" extrusionOk="0">
                <a:moveTo>
                  <a:pt x="327362" y="0"/>
                </a:moveTo>
                <a:lnTo>
                  <a:pt x="0" y="40245"/>
                </a:lnTo>
                <a:lnTo>
                  <a:pt x="1017" y="198936"/>
                </a:lnTo>
                <a:lnTo>
                  <a:pt x="346121" y="199000"/>
                </a:lnTo>
                <a:lnTo>
                  <a:pt x="370027" y="199000"/>
                </a:lnTo>
                <a:lnTo>
                  <a:pt x="340364" y="899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BE0DD">
                  <a:alpha val="0"/>
                </a:srgbClr>
              </a:gs>
            </a:gsLst>
            <a:lin ang="5394000" scaled="0"/>
          </a:gra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2" name="Google Shape;62;p6"/>
          <p:cNvGrpSpPr/>
          <p:nvPr/>
        </p:nvGrpSpPr>
        <p:grpSpPr>
          <a:xfrm>
            <a:off x="507686" y="-63360"/>
            <a:ext cx="468187" cy="549506"/>
            <a:chOff x="507686" y="-63360"/>
            <a:chExt cx="468187" cy="549506"/>
          </a:xfrm>
        </p:grpSpPr>
        <p:sp>
          <p:nvSpPr>
            <p:cNvPr id="63" name="Google Shape;63;p6"/>
            <p:cNvSpPr/>
            <p:nvPr/>
          </p:nvSpPr>
          <p:spPr>
            <a:xfrm>
              <a:off x="667440" y="-63360"/>
              <a:ext cx="1080" cy="276480"/>
            </a:xfrm>
            <a:custGeom>
              <a:avLst/>
              <a:gdLst/>
              <a:ahLst/>
              <a:cxnLst/>
              <a:rect l="l" t="t" r="r" b="b"/>
              <a:pathLst>
                <a:path w="30" h="6267" extrusionOk="0">
                  <a:moveTo>
                    <a:pt x="15" y="0"/>
                  </a:moveTo>
                  <a:cubicBezTo>
                    <a:pt x="0" y="0"/>
                    <a:pt x="0" y="1391"/>
                    <a:pt x="0" y="3133"/>
                  </a:cubicBezTo>
                  <a:cubicBezTo>
                    <a:pt x="0" y="4875"/>
                    <a:pt x="0" y="6266"/>
                    <a:pt x="15" y="6266"/>
                  </a:cubicBezTo>
                  <a:cubicBezTo>
                    <a:pt x="29" y="6266"/>
                    <a:pt x="29" y="4846"/>
                    <a:pt x="29" y="3133"/>
                  </a:cubicBezTo>
                  <a:cubicBezTo>
                    <a:pt x="29" y="1391"/>
                    <a:pt x="29" y="0"/>
                    <a:pt x="1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0054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 rot="-2003400">
              <a:off x="535680" y="165960"/>
              <a:ext cx="412200" cy="225360"/>
            </a:xfrm>
            <a:custGeom>
              <a:avLst/>
              <a:gdLst/>
              <a:ahLst/>
              <a:cxnLst/>
              <a:rect l="l" t="t" r="r" b="b"/>
              <a:pathLst>
                <a:path w="9341" h="5111" extrusionOk="0">
                  <a:moveTo>
                    <a:pt x="3631" y="1"/>
                  </a:moveTo>
                  <a:lnTo>
                    <a:pt x="3631" y="1172"/>
                  </a:lnTo>
                  <a:lnTo>
                    <a:pt x="0" y="5110"/>
                  </a:lnTo>
                  <a:lnTo>
                    <a:pt x="9340" y="4686"/>
                  </a:lnTo>
                  <a:lnTo>
                    <a:pt x="4670" y="1172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5" name="Google Shape;65;p6"/>
          <p:cNvSpPr/>
          <p:nvPr/>
        </p:nvSpPr>
        <p:spPr>
          <a:xfrm rot="7936800">
            <a:off x="7881120" y="-11923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" name="Google Shape;66;p6"/>
          <p:cNvSpPr/>
          <p:nvPr/>
        </p:nvSpPr>
        <p:spPr>
          <a:xfrm rot="7936800">
            <a:off x="8009280" y="-14227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" name="Google Shape;67;p6"/>
          <p:cNvSpPr/>
          <p:nvPr/>
        </p:nvSpPr>
        <p:spPr>
          <a:xfrm rot="7936800">
            <a:off x="8175240" y="-165276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" name="Google Shape;68;p6"/>
          <p:cNvSpPr/>
          <p:nvPr/>
        </p:nvSpPr>
        <p:spPr>
          <a:xfrm rot="6124800">
            <a:off x="-467280" y="410364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p6"/>
          <p:cNvSpPr/>
          <p:nvPr/>
        </p:nvSpPr>
        <p:spPr>
          <a:xfrm rot="6124800">
            <a:off x="-620640" y="423792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0" name="Google Shape;70;p6"/>
          <p:cNvSpPr/>
          <p:nvPr/>
        </p:nvSpPr>
        <p:spPr>
          <a:xfrm rot="6124800">
            <a:off x="-780840" y="441720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1" name="Google Shape;71;p6"/>
          <p:cNvGrpSpPr/>
          <p:nvPr/>
        </p:nvGrpSpPr>
        <p:grpSpPr>
          <a:xfrm>
            <a:off x="8326440" y="3463920"/>
            <a:ext cx="727200" cy="1710720"/>
            <a:chOff x="8326440" y="3463920"/>
            <a:chExt cx="727200" cy="1710720"/>
          </a:xfrm>
        </p:grpSpPr>
        <p:sp>
          <p:nvSpPr>
            <p:cNvPr id="72" name="Google Shape;72;p6"/>
            <p:cNvSpPr/>
            <p:nvPr/>
          </p:nvSpPr>
          <p:spPr>
            <a:xfrm>
              <a:off x="8488080" y="4826160"/>
              <a:ext cx="327600" cy="348480"/>
            </a:xfrm>
            <a:custGeom>
              <a:avLst/>
              <a:gdLst/>
              <a:ahLst/>
              <a:cxnLst/>
              <a:rect l="l" t="t" r="r" b="b"/>
              <a:pathLst>
                <a:path w="5578" h="5930" extrusionOk="0">
                  <a:moveTo>
                    <a:pt x="0" y="1"/>
                  </a:moveTo>
                  <a:lnTo>
                    <a:pt x="542" y="5930"/>
                  </a:lnTo>
                  <a:lnTo>
                    <a:pt x="4831" y="5930"/>
                  </a:lnTo>
                  <a:lnTo>
                    <a:pt x="5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326440" y="3463920"/>
              <a:ext cx="727200" cy="1361880"/>
            </a:xfrm>
            <a:custGeom>
              <a:avLst/>
              <a:gdLst/>
              <a:ahLst/>
              <a:cxnLst/>
              <a:rect l="l" t="t" r="r" b="b"/>
              <a:pathLst>
                <a:path w="12372" h="23164" extrusionOk="0">
                  <a:moveTo>
                    <a:pt x="7704" y="1"/>
                  </a:moveTo>
                  <a:cubicBezTo>
                    <a:pt x="7204" y="1"/>
                    <a:pt x="6325" y="15375"/>
                    <a:pt x="6325" y="15375"/>
                  </a:cubicBezTo>
                  <a:cubicBezTo>
                    <a:pt x="6325" y="15375"/>
                    <a:pt x="6369" y="3268"/>
                    <a:pt x="5827" y="3107"/>
                  </a:cubicBezTo>
                  <a:cubicBezTo>
                    <a:pt x="5825" y="3107"/>
                    <a:pt x="5823" y="3107"/>
                    <a:pt x="5820" y="3107"/>
                  </a:cubicBezTo>
                  <a:cubicBezTo>
                    <a:pt x="5277" y="3107"/>
                    <a:pt x="5930" y="19958"/>
                    <a:pt x="5827" y="20119"/>
                  </a:cubicBezTo>
                  <a:cubicBezTo>
                    <a:pt x="5827" y="20120"/>
                    <a:pt x="5826" y="20120"/>
                    <a:pt x="5825" y="20120"/>
                  </a:cubicBezTo>
                  <a:cubicBezTo>
                    <a:pt x="5705" y="20120"/>
                    <a:pt x="5312" y="10295"/>
                    <a:pt x="4934" y="10295"/>
                  </a:cubicBezTo>
                  <a:cubicBezTo>
                    <a:pt x="4525" y="10295"/>
                    <a:pt x="4832" y="17776"/>
                    <a:pt x="4832" y="17776"/>
                  </a:cubicBezTo>
                  <a:cubicBezTo>
                    <a:pt x="4832" y="17776"/>
                    <a:pt x="3046" y="4308"/>
                    <a:pt x="2446" y="4249"/>
                  </a:cubicBezTo>
                  <a:cubicBezTo>
                    <a:pt x="2444" y="4249"/>
                    <a:pt x="2443" y="4249"/>
                    <a:pt x="2442" y="4249"/>
                  </a:cubicBezTo>
                  <a:cubicBezTo>
                    <a:pt x="1845" y="4249"/>
                    <a:pt x="3553" y="13446"/>
                    <a:pt x="3545" y="13446"/>
                  </a:cubicBezTo>
                  <a:cubicBezTo>
                    <a:pt x="3544" y="13446"/>
                    <a:pt x="3544" y="13445"/>
                    <a:pt x="3544" y="13443"/>
                  </a:cubicBezTo>
                  <a:cubicBezTo>
                    <a:pt x="3485" y="13238"/>
                    <a:pt x="1494" y="5699"/>
                    <a:pt x="1055" y="5699"/>
                  </a:cubicBezTo>
                  <a:cubicBezTo>
                    <a:pt x="587" y="5699"/>
                    <a:pt x="4290" y="20324"/>
                    <a:pt x="4290" y="20324"/>
                  </a:cubicBezTo>
                  <a:cubicBezTo>
                    <a:pt x="4290" y="20324"/>
                    <a:pt x="1282" y="8493"/>
                    <a:pt x="656" y="8493"/>
                  </a:cubicBezTo>
                  <a:cubicBezTo>
                    <a:pt x="652" y="8493"/>
                    <a:pt x="649" y="8494"/>
                    <a:pt x="645" y="8495"/>
                  </a:cubicBezTo>
                  <a:cubicBezTo>
                    <a:pt x="305" y="8578"/>
                    <a:pt x="1217" y="12355"/>
                    <a:pt x="2071" y="15608"/>
                  </a:cubicBezTo>
                  <a:lnTo>
                    <a:pt x="2071" y="15608"/>
                  </a:lnTo>
                  <a:cubicBezTo>
                    <a:pt x="1411" y="13463"/>
                    <a:pt x="625" y="11386"/>
                    <a:pt x="59" y="11386"/>
                  </a:cubicBezTo>
                  <a:cubicBezTo>
                    <a:pt x="39" y="11386"/>
                    <a:pt x="20" y="11388"/>
                    <a:pt x="1" y="11393"/>
                  </a:cubicBezTo>
                  <a:lnTo>
                    <a:pt x="3251" y="23164"/>
                  </a:lnTo>
                  <a:lnTo>
                    <a:pt x="7584" y="23164"/>
                  </a:lnTo>
                  <a:cubicBezTo>
                    <a:pt x="7584" y="23164"/>
                    <a:pt x="12371" y="5904"/>
                    <a:pt x="11478" y="5347"/>
                  </a:cubicBezTo>
                  <a:lnTo>
                    <a:pt x="11478" y="5347"/>
                  </a:lnTo>
                  <a:lnTo>
                    <a:pt x="7189" y="22607"/>
                  </a:lnTo>
                  <a:cubicBezTo>
                    <a:pt x="7189" y="22607"/>
                    <a:pt x="9590" y="7499"/>
                    <a:pt x="9385" y="6943"/>
                  </a:cubicBezTo>
                  <a:cubicBezTo>
                    <a:pt x="9381" y="6932"/>
                    <a:pt x="9376" y="6926"/>
                    <a:pt x="9370" y="6926"/>
                  </a:cubicBezTo>
                  <a:cubicBezTo>
                    <a:pt x="9100" y="6926"/>
                    <a:pt x="6911" y="19065"/>
                    <a:pt x="6911" y="19065"/>
                  </a:cubicBezTo>
                  <a:cubicBezTo>
                    <a:pt x="6911" y="19065"/>
                    <a:pt x="8199" y="253"/>
                    <a:pt x="7716" y="4"/>
                  </a:cubicBezTo>
                  <a:cubicBezTo>
                    <a:pt x="7712" y="2"/>
                    <a:pt x="7708" y="1"/>
                    <a:pt x="77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8488080" y="4826160"/>
              <a:ext cx="221040" cy="348480"/>
            </a:xfrm>
            <a:custGeom>
              <a:avLst/>
              <a:gdLst/>
              <a:ahLst/>
              <a:cxnLst/>
              <a:rect l="l" t="t" r="r" b="b"/>
              <a:pathLst>
                <a:path w="3763" h="5930" extrusionOk="0">
                  <a:moveTo>
                    <a:pt x="0" y="1"/>
                  </a:moveTo>
                  <a:lnTo>
                    <a:pt x="542" y="5930"/>
                  </a:lnTo>
                  <a:lnTo>
                    <a:pt x="3763" y="5930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rgbClr val="BA6136">
                <a:alpha val="6509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5" name="Google Shape;75;p6"/>
          <p:cNvSpPr/>
          <p:nvPr/>
        </p:nvSpPr>
        <p:spPr>
          <a:xfrm>
            <a:off x="4490280" y="3334320"/>
            <a:ext cx="373176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</a:t>
            </a:r>
            <a:r>
              <a:rPr lang="en-US" sz="1200" b="0" u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This presentation template was created by </a:t>
            </a:r>
            <a:r>
              <a:rPr lang="en-US" sz="1200" b="1" u="sng" strike="noStrike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Slidesgo</a:t>
            </a:r>
            <a:r>
              <a:rPr lang="en-US" sz="1200" b="0" u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icons, infographics &amp; images from </a:t>
            </a:r>
            <a:r>
              <a:rPr lang="en-US" sz="1200" b="1" u="sng" strike="noStrike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Freepik</a:t>
            </a:r>
            <a:endParaRPr sz="12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/>
          <p:nvPr/>
        </p:nvSpPr>
        <p:spPr>
          <a:xfrm>
            <a:off x="320760" y="235080"/>
            <a:ext cx="8846640" cy="4930920"/>
          </a:xfrm>
          <a:custGeom>
            <a:avLst/>
            <a:gdLst/>
            <a:ahLst/>
            <a:cxnLst/>
            <a:rect l="l" t="t" r="r" b="b"/>
            <a:pathLst>
              <a:path w="353882" h="197250" extrusionOk="0">
                <a:moveTo>
                  <a:pt x="37302" y="0"/>
                </a:moveTo>
                <a:lnTo>
                  <a:pt x="353882" y="20954"/>
                </a:lnTo>
                <a:lnTo>
                  <a:pt x="353328" y="196996"/>
                </a:lnTo>
                <a:lnTo>
                  <a:pt x="22888" y="196996"/>
                </a:lnTo>
                <a:lnTo>
                  <a:pt x="0" y="197250"/>
                </a:lnTo>
                <a:lnTo>
                  <a:pt x="28973" y="6422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BE0DD"/>
              </a:gs>
            </a:gsLst>
            <a:lin ang="5400000" scaled="0"/>
          </a:gra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9" name="Google Shape;79;p7"/>
          <p:cNvGrpSpPr/>
          <p:nvPr/>
        </p:nvGrpSpPr>
        <p:grpSpPr>
          <a:xfrm>
            <a:off x="904766" y="-63360"/>
            <a:ext cx="468187" cy="549506"/>
            <a:chOff x="904766" y="-63360"/>
            <a:chExt cx="468187" cy="549506"/>
          </a:xfrm>
        </p:grpSpPr>
        <p:sp>
          <p:nvSpPr>
            <p:cNvPr id="80" name="Google Shape;80;p7"/>
            <p:cNvSpPr/>
            <p:nvPr/>
          </p:nvSpPr>
          <p:spPr>
            <a:xfrm rot="-2003400">
              <a:off x="932760" y="165960"/>
              <a:ext cx="412200" cy="225360"/>
            </a:xfrm>
            <a:custGeom>
              <a:avLst/>
              <a:gdLst/>
              <a:ahLst/>
              <a:cxnLst/>
              <a:rect l="l" t="t" r="r" b="b"/>
              <a:pathLst>
                <a:path w="9341" h="5111" extrusionOk="0">
                  <a:moveTo>
                    <a:pt x="3631" y="1"/>
                  </a:moveTo>
                  <a:lnTo>
                    <a:pt x="3631" y="1172"/>
                  </a:lnTo>
                  <a:lnTo>
                    <a:pt x="0" y="5110"/>
                  </a:lnTo>
                  <a:lnTo>
                    <a:pt x="9340" y="4686"/>
                  </a:lnTo>
                  <a:lnTo>
                    <a:pt x="4670" y="1172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1063080" y="-63360"/>
              <a:ext cx="1080" cy="276480"/>
            </a:xfrm>
            <a:custGeom>
              <a:avLst/>
              <a:gdLst/>
              <a:ahLst/>
              <a:cxnLst/>
              <a:rect l="l" t="t" r="r" b="b"/>
              <a:pathLst>
                <a:path w="30" h="6267" extrusionOk="0">
                  <a:moveTo>
                    <a:pt x="15" y="0"/>
                  </a:moveTo>
                  <a:cubicBezTo>
                    <a:pt x="0" y="0"/>
                    <a:pt x="0" y="1391"/>
                    <a:pt x="0" y="3133"/>
                  </a:cubicBezTo>
                  <a:cubicBezTo>
                    <a:pt x="0" y="4875"/>
                    <a:pt x="0" y="6266"/>
                    <a:pt x="15" y="6266"/>
                  </a:cubicBezTo>
                  <a:cubicBezTo>
                    <a:pt x="29" y="6266"/>
                    <a:pt x="29" y="4846"/>
                    <a:pt x="29" y="3133"/>
                  </a:cubicBezTo>
                  <a:cubicBezTo>
                    <a:pt x="29" y="1391"/>
                    <a:pt x="29" y="0"/>
                    <a:pt x="1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0054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2" name="Google Shape;82;p7"/>
          <p:cNvSpPr txBox="1">
            <a:spLocks noGrp="1"/>
          </p:cNvSpPr>
          <p:nvPr>
            <p:ph type="title" hasCustomPrompt="1"/>
          </p:nvPr>
        </p:nvSpPr>
        <p:spPr>
          <a:xfrm>
            <a:off x="1279080" y="683280"/>
            <a:ext cx="6585120" cy="128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r>
              <a:t>xx%</a:t>
            </a:r>
          </a:p>
        </p:txBody>
      </p:sp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>
            <a:off x="1380600" y="1901520"/>
            <a:ext cx="6382800" cy="4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2"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9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4637160" y="3079800"/>
            <a:ext cx="93312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title" idx="2"/>
          </p:nvPr>
        </p:nvSpPr>
        <p:spPr>
          <a:xfrm>
            <a:off x="1200240" y="2061720"/>
            <a:ext cx="2275920" cy="54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title" idx="3"/>
          </p:nvPr>
        </p:nvSpPr>
        <p:spPr>
          <a:xfrm>
            <a:off x="1208520" y="3713400"/>
            <a:ext cx="2275920" cy="54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 idx="4"/>
          </p:nvPr>
        </p:nvSpPr>
        <p:spPr>
          <a:xfrm>
            <a:off x="1037520" y="3026880"/>
            <a:ext cx="2446920" cy="76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title" idx="5"/>
          </p:nvPr>
        </p:nvSpPr>
        <p:spPr>
          <a:xfrm>
            <a:off x="5657760" y="2061720"/>
            <a:ext cx="2275920" cy="54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title" idx="6"/>
          </p:nvPr>
        </p:nvSpPr>
        <p:spPr>
          <a:xfrm>
            <a:off x="5679000" y="3713400"/>
            <a:ext cx="2275920" cy="54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title" idx="7"/>
          </p:nvPr>
        </p:nvSpPr>
        <p:spPr>
          <a:xfrm>
            <a:off x="5660640" y="3336120"/>
            <a:ext cx="2430720" cy="41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title" idx="8"/>
          </p:nvPr>
        </p:nvSpPr>
        <p:spPr>
          <a:xfrm>
            <a:off x="3581280" y="3079800"/>
            <a:ext cx="93312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title" idx="9"/>
          </p:nvPr>
        </p:nvSpPr>
        <p:spPr>
          <a:xfrm>
            <a:off x="4637160" y="1443600"/>
            <a:ext cx="93312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title" idx="13"/>
          </p:nvPr>
        </p:nvSpPr>
        <p:spPr>
          <a:xfrm>
            <a:off x="3590280" y="1443600"/>
            <a:ext cx="93312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title" idx="14"/>
          </p:nvPr>
        </p:nvSpPr>
        <p:spPr>
          <a:xfrm>
            <a:off x="720000" y="44496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title" idx="15"/>
          </p:nvPr>
        </p:nvSpPr>
        <p:spPr>
          <a:xfrm>
            <a:off x="1045800" y="1380960"/>
            <a:ext cx="2430720" cy="76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 idx="16"/>
          </p:nvPr>
        </p:nvSpPr>
        <p:spPr>
          <a:xfrm>
            <a:off x="5657760" y="1380960"/>
            <a:ext cx="2446920" cy="76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0" name="Google Shape;100;p9"/>
          <p:cNvSpPr/>
          <p:nvPr/>
        </p:nvSpPr>
        <p:spPr>
          <a:xfrm rot="7936800">
            <a:off x="7881120" y="-11923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" name="Google Shape;101;p9"/>
          <p:cNvSpPr/>
          <p:nvPr/>
        </p:nvSpPr>
        <p:spPr>
          <a:xfrm rot="7936800">
            <a:off x="8009280" y="-14227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2" name="Google Shape;102;p9"/>
          <p:cNvSpPr/>
          <p:nvPr/>
        </p:nvSpPr>
        <p:spPr>
          <a:xfrm rot="7936800">
            <a:off x="8175240" y="-165276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3" name="Google Shape;103;p9"/>
          <p:cNvSpPr/>
          <p:nvPr/>
        </p:nvSpPr>
        <p:spPr>
          <a:xfrm rot="5476800" flipH="1">
            <a:off x="432720" y="321228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4" name="Google Shape;104;p9"/>
          <p:cNvSpPr/>
          <p:nvPr/>
        </p:nvSpPr>
        <p:spPr>
          <a:xfrm rot="5476800" flipH="1">
            <a:off x="174240" y="330264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" name="Google Shape;105;p9"/>
          <p:cNvSpPr/>
          <p:nvPr/>
        </p:nvSpPr>
        <p:spPr>
          <a:xfrm rot="5476800" flipH="1">
            <a:off x="28080" y="338436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1">
  <p:cSld name="CUSTOM_1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0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18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title" idx="2"/>
          </p:nvPr>
        </p:nvSpPr>
        <p:spPr>
          <a:xfrm>
            <a:off x="833400" y="2645640"/>
            <a:ext cx="219924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title" idx="3"/>
          </p:nvPr>
        </p:nvSpPr>
        <p:spPr>
          <a:xfrm>
            <a:off x="3472200" y="2645640"/>
            <a:ext cx="219924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title" idx="4"/>
          </p:nvPr>
        </p:nvSpPr>
        <p:spPr>
          <a:xfrm>
            <a:off x="6111000" y="2645640"/>
            <a:ext cx="219924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2" name="Google Shape;112;p10"/>
          <p:cNvSpPr/>
          <p:nvPr/>
        </p:nvSpPr>
        <p:spPr>
          <a:xfrm rot="1577400" flipH="1">
            <a:off x="7668360" y="34639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" name="Google Shape;113;p10"/>
          <p:cNvSpPr/>
          <p:nvPr/>
        </p:nvSpPr>
        <p:spPr>
          <a:xfrm rot="1577400" flipH="1">
            <a:off x="7799760" y="36295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" name="Google Shape;114;p10"/>
          <p:cNvSpPr/>
          <p:nvPr/>
        </p:nvSpPr>
        <p:spPr>
          <a:xfrm rot="1577400" flipH="1">
            <a:off x="7945920" y="381348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" name="Google Shape;115;p10"/>
          <p:cNvSpPr/>
          <p:nvPr/>
        </p:nvSpPr>
        <p:spPr>
          <a:xfrm rot="-9222600" flipH="1">
            <a:off x="-540000" y="-7970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" name="Google Shape;116;p10"/>
          <p:cNvSpPr/>
          <p:nvPr/>
        </p:nvSpPr>
        <p:spPr>
          <a:xfrm rot="-9222600" flipH="1">
            <a:off x="-671400" y="-96228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" name="Google Shape;117;p10"/>
          <p:cNvSpPr/>
          <p:nvPr/>
        </p:nvSpPr>
        <p:spPr>
          <a:xfrm rot="-9222600" flipH="1">
            <a:off x="-817200" y="-11462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" name="Google Shape;118;p10"/>
          <p:cNvSpPr/>
          <p:nvPr/>
        </p:nvSpPr>
        <p:spPr>
          <a:xfrm rot="1978200" flipH="1">
            <a:off x="8267400" y="-2919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9" name="Google Shape;119;p10"/>
          <p:cNvSpPr/>
          <p:nvPr/>
        </p:nvSpPr>
        <p:spPr>
          <a:xfrm rot="1978200" flipH="1">
            <a:off x="8381880" y="-4597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0" name="Google Shape;120;p10"/>
          <p:cNvSpPr/>
          <p:nvPr/>
        </p:nvSpPr>
        <p:spPr>
          <a:xfrm rot="1978200" flipH="1">
            <a:off x="8521920" y="-59940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1" name="Google Shape;121;p10"/>
          <p:cNvSpPr/>
          <p:nvPr/>
        </p:nvSpPr>
        <p:spPr>
          <a:xfrm rot="-8821800" flipH="1">
            <a:off x="-154440" y="42843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2" name="Google Shape;122;p10"/>
          <p:cNvSpPr/>
          <p:nvPr/>
        </p:nvSpPr>
        <p:spPr>
          <a:xfrm rot="-8821800" flipH="1">
            <a:off x="-268920" y="44517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" name="Google Shape;123;p10"/>
          <p:cNvSpPr/>
          <p:nvPr/>
        </p:nvSpPr>
        <p:spPr>
          <a:xfrm rot="-8821800" flipH="1">
            <a:off x="-408600" y="459144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4">
  <p:cSld name="CUSTOM_4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1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title" idx="2"/>
          </p:nvPr>
        </p:nvSpPr>
        <p:spPr>
          <a:xfrm>
            <a:off x="2146320" y="3058200"/>
            <a:ext cx="218988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title" idx="3"/>
          </p:nvPr>
        </p:nvSpPr>
        <p:spPr>
          <a:xfrm>
            <a:off x="5369400" y="3053880"/>
            <a:ext cx="218988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title" idx="4"/>
          </p:nvPr>
        </p:nvSpPr>
        <p:spPr>
          <a:xfrm>
            <a:off x="5369040" y="1430640"/>
            <a:ext cx="218988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title" idx="5"/>
          </p:nvPr>
        </p:nvSpPr>
        <p:spPr>
          <a:xfrm>
            <a:off x="2146320" y="1430640"/>
            <a:ext cx="218988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1" name="Google Shape;131;p11"/>
          <p:cNvSpPr/>
          <p:nvPr/>
        </p:nvSpPr>
        <p:spPr>
          <a:xfrm rot="-1577400">
            <a:off x="-770760" y="34639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" name="Google Shape;132;p11"/>
          <p:cNvSpPr/>
          <p:nvPr/>
        </p:nvSpPr>
        <p:spPr>
          <a:xfrm rot="-1577400">
            <a:off x="-902160" y="36295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" name="Google Shape;133;p11"/>
          <p:cNvSpPr/>
          <p:nvPr/>
        </p:nvSpPr>
        <p:spPr>
          <a:xfrm rot="-1577400">
            <a:off x="-1048320" y="381348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4" name="Google Shape;134;p11"/>
          <p:cNvSpPr/>
          <p:nvPr/>
        </p:nvSpPr>
        <p:spPr>
          <a:xfrm rot="9222600">
            <a:off x="7437960" y="-7970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5" name="Google Shape;135;p11"/>
          <p:cNvSpPr/>
          <p:nvPr/>
        </p:nvSpPr>
        <p:spPr>
          <a:xfrm rot="9222600">
            <a:off x="7569360" y="-96228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6" name="Google Shape;136;p11"/>
          <p:cNvSpPr/>
          <p:nvPr/>
        </p:nvSpPr>
        <p:spPr>
          <a:xfrm rot="9222600">
            <a:off x="7715160" y="-11462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" name="Google Shape;137;p11"/>
          <p:cNvSpPr/>
          <p:nvPr/>
        </p:nvSpPr>
        <p:spPr>
          <a:xfrm rot="-1978200">
            <a:off x="-449280" y="-2919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8" name="Google Shape;138;p11"/>
          <p:cNvSpPr/>
          <p:nvPr/>
        </p:nvSpPr>
        <p:spPr>
          <a:xfrm rot="-1978200">
            <a:off x="-563760" y="-4597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9" name="Google Shape;139;p11"/>
          <p:cNvSpPr/>
          <p:nvPr/>
        </p:nvSpPr>
        <p:spPr>
          <a:xfrm rot="-1978200">
            <a:off x="-703440" y="-59940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0" name="Google Shape;140;p11"/>
          <p:cNvSpPr/>
          <p:nvPr/>
        </p:nvSpPr>
        <p:spPr>
          <a:xfrm rot="8821800">
            <a:off x="7973640" y="42843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1" name="Google Shape;141;p11"/>
          <p:cNvSpPr/>
          <p:nvPr/>
        </p:nvSpPr>
        <p:spPr>
          <a:xfrm rot="8821800">
            <a:off x="8088120" y="44517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" name="Google Shape;142;p11"/>
          <p:cNvSpPr/>
          <p:nvPr/>
        </p:nvSpPr>
        <p:spPr>
          <a:xfrm rot="8821800">
            <a:off x="8227800" y="459144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5">
  <p:cSld name="CUSTOM_5"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2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title" idx="2"/>
          </p:nvPr>
        </p:nvSpPr>
        <p:spPr>
          <a:xfrm>
            <a:off x="960120" y="3589560"/>
            <a:ext cx="194616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title" idx="3"/>
          </p:nvPr>
        </p:nvSpPr>
        <p:spPr>
          <a:xfrm>
            <a:off x="3598920" y="3589560"/>
            <a:ext cx="194616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title" idx="4"/>
          </p:nvPr>
        </p:nvSpPr>
        <p:spPr>
          <a:xfrm>
            <a:off x="6237720" y="3589560"/>
            <a:ext cx="194616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title" idx="5"/>
          </p:nvPr>
        </p:nvSpPr>
        <p:spPr>
          <a:xfrm>
            <a:off x="960120" y="1805040"/>
            <a:ext cx="194616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title" idx="6"/>
          </p:nvPr>
        </p:nvSpPr>
        <p:spPr>
          <a:xfrm>
            <a:off x="3598920" y="1805040"/>
            <a:ext cx="194616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title" idx="7"/>
          </p:nvPr>
        </p:nvSpPr>
        <p:spPr>
          <a:xfrm>
            <a:off x="6237720" y="1805040"/>
            <a:ext cx="194616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-421200" y="-16632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-612000" y="-32364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-799200" y="-42696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5" name="Google Shape;155;p12"/>
          <p:cNvSpPr/>
          <p:nvPr/>
        </p:nvSpPr>
        <p:spPr>
          <a:xfrm flipH="1">
            <a:off x="7517160" y="-19836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6" name="Google Shape;156;p12"/>
          <p:cNvSpPr/>
          <p:nvPr/>
        </p:nvSpPr>
        <p:spPr>
          <a:xfrm flipH="1">
            <a:off x="7745760" y="-35064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7" name="Google Shape;157;p12"/>
          <p:cNvSpPr/>
          <p:nvPr/>
        </p:nvSpPr>
        <p:spPr>
          <a:xfrm flipH="1">
            <a:off x="7926840" y="-42696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8" name="Google Shape;158;p12"/>
          <p:cNvSpPr/>
          <p:nvPr/>
        </p:nvSpPr>
        <p:spPr>
          <a:xfrm rot="-8821800" flipH="1">
            <a:off x="-329760" y="43531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" name="Google Shape;159;p12"/>
          <p:cNvSpPr/>
          <p:nvPr/>
        </p:nvSpPr>
        <p:spPr>
          <a:xfrm rot="-8821800" flipH="1">
            <a:off x="-444240" y="45205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" name="Google Shape;160;p12"/>
          <p:cNvSpPr/>
          <p:nvPr/>
        </p:nvSpPr>
        <p:spPr>
          <a:xfrm rot="-8821800" flipH="1">
            <a:off x="-584280" y="46605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2">
  <p:cSld name="CUSTOM_2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3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3055680" y="2546640"/>
            <a:ext cx="3034800" cy="44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164" name="Google Shape;164;p13"/>
          <p:cNvGrpSpPr/>
          <p:nvPr/>
        </p:nvGrpSpPr>
        <p:grpSpPr>
          <a:xfrm>
            <a:off x="126360" y="537840"/>
            <a:ext cx="2043720" cy="3324600"/>
            <a:chOff x="126360" y="537840"/>
            <a:chExt cx="2043720" cy="3324600"/>
          </a:xfrm>
        </p:grpSpPr>
        <p:sp>
          <p:nvSpPr>
            <p:cNvPr id="165" name="Google Shape;165;p13"/>
            <p:cNvSpPr/>
            <p:nvPr/>
          </p:nvSpPr>
          <p:spPr>
            <a:xfrm>
              <a:off x="158760" y="574200"/>
              <a:ext cx="2000160" cy="3231720"/>
            </a:xfrm>
            <a:custGeom>
              <a:avLst/>
              <a:gdLst/>
              <a:ahLst/>
              <a:cxnLst/>
              <a:rect l="l" t="t" r="r" b="b"/>
              <a:pathLst>
                <a:path w="26835" h="46950" extrusionOk="0">
                  <a:moveTo>
                    <a:pt x="1" y="0"/>
                  </a:moveTo>
                  <a:lnTo>
                    <a:pt x="1" y="46949"/>
                  </a:lnTo>
                  <a:lnTo>
                    <a:pt x="26835" y="46949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FFFFFF">
                <a:alpha val="6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126360" y="537840"/>
              <a:ext cx="2043720" cy="3324600"/>
            </a:xfrm>
            <a:custGeom>
              <a:avLst/>
              <a:gdLst/>
              <a:ahLst/>
              <a:cxnLst/>
              <a:rect l="l" t="t" r="r" b="b"/>
              <a:pathLst>
                <a:path w="27421" h="48297" extrusionOk="0">
                  <a:moveTo>
                    <a:pt x="13381" y="11800"/>
                  </a:moveTo>
                  <a:lnTo>
                    <a:pt x="13381" y="24009"/>
                  </a:lnTo>
                  <a:lnTo>
                    <a:pt x="6369" y="24009"/>
                  </a:lnTo>
                  <a:lnTo>
                    <a:pt x="6369" y="11800"/>
                  </a:lnTo>
                  <a:close/>
                  <a:moveTo>
                    <a:pt x="20891" y="11829"/>
                  </a:moveTo>
                  <a:lnTo>
                    <a:pt x="20891" y="24009"/>
                  </a:lnTo>
                  <a:lnTo>
                    <a:pt x="14245" y="24009"/>
                  </a:lnTo>
                  <a:lnTo>
                    <a:pt x="14245" y="11829"/>
                  </a:lnTo>
                  <a:close/>
                  <a:moveTo>
                    <a:pt x="13381" y="24858"/>
                  </a:moveTo>
                  <a:lnTo>
                    <a:pt x="13381" y="36643"/>
                  </a:lnTo>
                  <a:lnTo>
                    <a:pt x="6369" y="36643"/>
                  </a:lnTo>
                  <a:lnTo>
                    <a:pt x="6369" y="24858"/>
                  </a:lnTo>
                  <a:close/>
                  <a:moveTo>
                    <a:pt x="20891" y="24858"/>
                  </a:moveTo>
                  <a:lnTo>
                    <a:pt x="20891" y="36643"/>
                  </a:lnTo>
                  <a:lnTo>
                    <a:pt x="14245" y="36643"/>
                  </a:lnTo>
                  <a:lnTo>
                    <a:pt x="14245" y="24858"/>
                  </a:lnTo>
                  <a:close/>
                  <a:moveTo>
                    <a:pt x="13381" y="0"/>
                  </a:moveTo>
                  <a:lnTo>
                    <a:pt x="13381" y="11580"/>
                  </a:lnTo>
                  <a:lnTo>
                    <a:pt x="6369" y="11580"/>
                  </a:lnTo>
                  <a:lnTo>
                    <a:pt x="6369" y="776"/>
                  </a:lnTo>
                  <a:lnTo>
                    <a:pt x="6134" y="776"/>
                  </a:lnTo>
                  <a:lnTo>
                    <a:pt x="6134" y="11580"/>
                  </a:lnTo>
                  <a:lnTo>
                    <a:pt x="0" y="11580"/>
                  </a:lnTo>
                  <a:lnTo>
                    <a:pt x="0" y="11800"/>
                  </a:lnTo>
                  <a:lnTo>
                    <a:pt x="6134" y="11800"/>
                  </a:lnTo>
                  <a:lnTo>
                    <a:pt x="6134" y="24009"/>
                  </a:lnTo>
                  <a:lnTo>
                    <a:pt x="0" y="24009"/>
                  </a:lnTo>
                  <a:lnTo>
                    <a:pt x="0" y="24873"/>
                  </a:lnTo>
                  <a:lnTo>
                    <a:pt x="6134" y="24873"/>
                  </a:lnTo>
                  <a:lnTo>
                    <a:pt x="6134" y="36643"/>
                  </a:lnTo>
                  <a:lnTo>
                    <a:pt x="0" y="36643"/>
                  </a:lnTo>
                  <a:lnTo>
                    <a:pt x="0" y="36863"/>
                  </a:lnTo>
                  <a:lnTo>
                    <a:pt x="6134" y="36863"/>
                  </a:lnTo>
                  <a:lnTo>
                    <a:pt x="6134" y="48296"/>
                  </a:lnTo>
                  <a:lnTo>
                    <a:pt x="6369" y="48296"/>
                  </a:lnTo>
                  <a:lnTo>
                    <a:pt x="6369" y="36863"/>
                  </a:lnTo>
                  <a:lnTo>
                    <a:pt x="13381" y="36863"/>
                  </a:lnTo>
                  <a:lnTo>
                    <a:pt x="13381" y="47520"/>
                  </a:lnTo>
                  <a:lnTo>
                    <a:pt x="14245" y="47520"/>
                  </a:lnTo>
                  <a:lnTo>
                    <a:pt x="14245" y="36863"/>
                  </a:lnTo>
                  <a:lnTo>
                    <a:pt x="20891" y="36863"/>
                  </a:lnTo>
                  <a:lnTo>
                    <a:pt x="20891" y="48296"/>
                  </a:lnTo>
                  <a:lnTo>
                    <a:pt x="21125" y="48296"/>
                  </a:lnTo>
                  <a:lnTo>
                    <a:pt x="21125" y="36863"/>
                  </a:lnTo>
                  <a:lnTo>
                    <a:pt x="27420" y="36863"/>
                  </a:lnTo>
                  <a:lnTo>
                    <a:pt x="27420" y="36643"/>
                  </a:lnTo>
                  <a:lnTo>
                    <a:pt x="21125" y="36643"/>
                  </a:lnTo>
                  <a:lnTo>
                    <a:pt x="21125" y="24858"/>
                  </a:lnTo>
                  <a:lnTo>
                    <a:pt x="27420" y="24858"/>
                  </a:lnTo>
                  <a:lnTo>
                    <a:pt x="27420" y="24009"/>
                  </a:lnTo>
                  <a:lnTo>
                    <a:pt x="21125" y="24009"/>
                  </a:lnTo>
                  <a:lnTo>
                    <a:pt x="21125" y="11829"/>
                  </a:lnTo>
                  <a:lnTo>
                    <a:pt x="27420" y="11829"/>
                  </a:lnTo>
                  <a:lnTo>
                    <a:pt x="27420" y="11800"/>
                  </a:lnTo>
                  <a:lnTo>
                    <a:pt x="27420" y="11580"/>
                  </a:lnTo>
                  <a:lnTo>
                    <a:pt x="21125" y="11580"/>
                  </a:lnTo>
                  <a:lnTo>
                    <a:pt x="21125" y="776"/>
                  </a:lnTo>
                  <a:lnTo>
                    <a:pt x="20891" y="776"/>
                  </a:lnTo>
                  <a:lnTo>
                    <a:pt x="20891" y="11580"/>
                  </a:lnTo>
                  <a:lnTo>
                    <a:pt x="14245" y="11580"/>
                  </a:lnTo>
                  <a:lnTo>
                    <a:pt x="14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7" name="Google Shape;167;p13"/>
          <p:cNvGrpSpPr/>
          <p:nvPr/>
        </p:nvGrpSpPr>
        <p:grpSpPr>
          <a:xfrm>
            <a:off x="6930000" y="537840"/>
            <a:ext cx="2043720" cy="3324600"/>
            <a:chOff x="6930000" y="537840"/>
            <a:chExt cx="2043720" cy="3324600"/>
          </a:xfrm>
        </p:grpSpPr>
        <p:sp>
          <p:nvSpPr>
            <p:cNvPr id="168" name="Google Shape;168;p13"/>
            <p:cNvSpPr/>
            <p:nvPr/>
          </p:nvSpPr>
          <p:spPr>
            <a:xfrm>
              <a:off x="6962760" y="574200"/>
              <a:ext cx="2000160" cy="3231720"/>
            </a:xfrm>
            <a:custGeom>
              <a:avLst/>
              <a:gdLst/>
              <a:ahLst/>
              <a:cxnLst/>
              <a:rect l="l" t="t" r="r" b="b"/>
              <a:pathLst>
                <a:path w="26835" h="46950" extrusionOk="0">
                  <a:moveTo>
                    <a:pt x="1" y="0"/>
                  </a:moveTo>
                  <a:lnTo>
                    <a:pt x="1" y="46949"/>
                  </a:lnTo>
                  <a:lnTo>
                    <a:pt x="26835" y="46949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FFFFFF">
                <a:alpha val="6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6930000" y="537840"/>
              <a:ext cx="2043720" cy="3324600"/>
            </a:xfrm>
            <a:custGeom>
              <a:avLst/>
              <a:gdLst/>
              <a:ahLst/>
              <a:cxnLst/>
              <a:rect l="l" t="t" r="r" b="b"/>
              <a:pathLst>
                <a:path w="27421" h="48297" extrusionOk="0">
                  <a:moveTo>
                    <a:pt x="13381" y="11800"/>
                  </a:moveTo>
                  <a:lnTo>
                    <a:pt x="13381" y="24009"/>
                  </a:lnTo>
                  <a:lnTo>
                    <a:pt x="6369" y="24009"/>
                  </a:lnTo>
                  <a:lnTo>
                    <a:pt x="6369" y="11800"/>
                  </a:lnTo>
                  <a:close/>
                  <a:moveTo>
                    <a:pt x="20891" y="11829"/>
                  </a:moveTo>
                  <a:lnTo>
                    <a:pt x="20891" y="24009"/>
                  </a:lnTo>
                  <a:lnTo>
                    <a:pt x="14245" y="24009"/>
                  </a:lnTo>
                  <a:lnTo>
                    <a:pt x="14245" y="11829"/>
                  </a:lnTo>
                  <a:close/>
                  <a:moveTo>
                    <a:pt x="13381" y="24858"/>
                  </a:moveTo>
                  <a:lnTo>
                    <a:pt x="13381" y="36643"/>
                  </a:lnTo>
                  <a:lnTo>
                    <a:pt x="6369" y="36643"/>
                  </a:lnTo>
                  <a:lnTo>
                    <a:pt x="6369" y="24858"/>
                  </a:lnTo>
                  <a:close/>
                  <a:moveTo>
                    <a:pt x="20891" y="24858"/>
                  </a:moveTo>
                  <a:lnTo>
                    <a:pt x="20891" y="36643"/>
                  </a:lnTo>
                  <a:lnTo>
                    <a:pt x="14245" y="36643"/>
                  </a:lnTo>
                  <a:lnTo>
                    <a:pt x="14245" y="24858"/>
                  </a:lnTo>
                  <a:close/>
                  <a:moveTo>
                    <a:pt x="13381" y="0"/>
                  </a:moveTo>
                  <a:lnTo>
                    <a:pt x="13381" y="11580"/>
                  </a:lnTo>
                  <a:lnTo>
                    <a:pt x="6369" y="11580"/>
                  </a:lnTo>
                  <a:lnTo>
                    <a:pt x="6369" y="776"/>
                  </a:lnTo>
                  <a:lnTo>
                    <a:pt x="6134" y="776"/>
                  </a:lnTo>
                  <a:lnTo>
                    <a:pt x="6134" y="11580"/>
                  </a:lnTo>
                  <a:lnTo>
                    <a:pt x="0" y="11580"/>
                  </a:lnTo>
                  <a:lnTo>
                    <a:pt x="0" y="11800"/>
                  </a:lnTo>
                  <a:lnTo>
                    <a:pt x="6134" y="11800"/>
                  </a:lnTo>
                  <a:lnTo>
                    <a:pt x="6134" y="24009"/>
                  </a:lnTo>
                  <a:lnTo>
                    <a:pt x="0" y="24009"/>
                  </a:lnTo>
                  <a:lnTo>
                    <a:pt x="0" y="24873"/>
                  </a:lnTo>
                  <a:lnTo>
                    <a:pt x="6134" y="24873"/>
                  </a:lnTo>
                  <a:lnTo>
                    <a:pt x="6134" y="36643"/>
                  </a:lnTo>
                  <a:lnTo>
                    <a:pt x="0" y="36643"/>
                  </a:lnTo>
                  <a:lnTo>
                    <a:pt x="0" y="36863"/>
                  </a:lnTo>
                  <a:lnTo>
                    <a:pt x="6134" y="36863"/>
                  </a:lnTo>
                  <a:lnTo>
                    <a:pt x="6134" y="48296"/>
                  </a:lnTo>
                  <a:lnTo>
                    <a:pt x="6369" y="48296"/>
                  </a:lnTo>
                  <a:lnTo>
                    <a:pt x="6369" y="36863"/>
                  </a:lnTo>
                  <a:lnTo>
                    <a:pt x="13381" y="36863"/>
                  </a:lnTo>
                  <a:lnTo>
                    <a:pt x="13381" y="47520"/>
                  </a:lnTo>
                  <a:lnTo>
                    <a:pt x="14245" y="47520"/>
                  </a:lnTo>
                  <a:lnTo>
                    <a:pt x="14245" y="36863"/>
                  </a:lnTo>
                  <a:lnTo>
                    <a:pt x="20891" y="36863"/>
                  </a:lnTo>
                  <a:lnTo>
                    <a:pt x="20891" y="48296"/>
                  </a:lnTo>
                  <a:lnTo>
                    <a:pt x="21125" y="48296"/>
                  </a:lnTo>
                  <a:lnTo>
                    <a:pt x="21125" y="36863"/>
                  </a:lnTo>
                  <a:lnTo>
                    <a:pt x="27420" y="36863"/>
                  </a:lnTo>
                  <a:lnTo>
                    <a:pt x="27420" y="36643"/>
                  </a:lnTo>
                  <a:lnTo>
                    <a:pt x="21125" y="36643"/>
                  </a:lnTo>
                  <a:lnTo>
                    <a:pt x="21125" y="24858"/>
                  </a:lnTo>
                  <a:lnTo>
                    <a:pt x="27420" y="24858"/>
                  </a:lnTo>
                  <a:lnTo>
                    <a:pt x="27420" y="24009"/>
                  </a:lnTo>
                  <a:lnTo>
                    <a:pt x="21125" y="24009"/>
                  </a:lnTo>
                  <a:lnTo>
                    <a:pt x="21125" y="11829"/>
                  </a:lnTo>
                  <a:lnTo>
                    <a:pt x="27420" y="11829"/>
                  </a:lnTo>
                  <a:lnTo>
                    <a:pt x="27420" y="11800"/>
                  </a:lnTo>
                  <a:lnTo>
                    <a:pt x="27420" y="11580"/>
                  </a:lnTo>
                  <a:lnTo>
                    <a:pt x="21125" y="11580"/>
                  </a:lnTo>
                  <a:lnTo>
                    <a:pt x="21125" y="776"/>
                  </a:lnTo>
                  <a:lnTo>
                    <a:pt x="20891" y="776"/>
                  </a:lnTo>
                  <a:lnTo>
                    <a:pt x="20891" y="11580"/>
                  </a:lnTo>
                  <a:lnTo>
                    <a:pt x="14245" y="11580"/>
                  </a:lnTo>
                  <a:lnTo>
                    <a:pt x="14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0" name="Google Shape;170;p13"/>
          <p:cNvSpPr/>
          <p:nvPr/>
        </p:nvSpPr>
        <p:spPr>
          <a:xfrm>
            <a:off x="-52200" y="243720"/>
            <a:ext cx="9250200" cy="4974480"/>
          </a:xfrm>
          <a:custGeom>
            <a:avLst/>
            <a:gdLst/>
            <a:ahLst/>
            <a:cxnLst/>
            <a:rect l="l" t="t" r="r" b="b"/>
            <a:pathLst>
              <a:path w="370027" h="199000" extrusionOk="0">
                <a:moveTo>
                  <a:pt x="327362" y="0"/>
                </a:moveTo>
                <a:lnTo>
                  <a:pt x="0" y="40245"/>
                </a:lnTo>
                <a:lnTo>
                  <a:pt x="1017" y="198936"/>
                </a:lnTo>
                <a:lnTo>
                  <a:pt x="346121" y="199000"/>
                </a:lnTo>
                <a:lnTo>
                  <a:pt x="370027" y="199000"/>
                </a:lnTo>
                <a:lnTo>
                  <a:pt x="340364" y="899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BE0D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1" name="Google Shape;171;p13"/>
          <p:cNvSpPr/>
          <p:nvPr/>
        </p:nvSpPr>
        <p:spPr>
          <a:xfrm flipH="1">
            <a:off x="8422200" y="-63360"/>
            <a:ext cx="1080" cy="276480"/>
          </a:xfrm>
          <a:custGeom>
            <a:avLst/>
            <a:gdLst/>
            <a:ahLst/>
            <a:cxnLst/>
            <a:rect l="l" t="t" r="r" b="b"/>
            <a:pathLst>
              <a:path w="30" h="6267" extrusionOk="0">
                <a:moveTo>
                  <a:pt x="15" y="0"/>
                </a:moveTo>
                <a:cubicBezTo>
                  <a:pt x="0" y="0"/>
                  <a:pt x="0" y="1391"/>
                  <a:pt x="0" y="3133"/>
                </a:cubicBezTo>
                <a:cubicBezTo>
                  <a:pt x="0" y="4875"/>
                  <a:pt x="0" y="6266"/>
                  <a:pt x="15" y="6266"/>
                </a:cubicBezTo>
                <a:cubicBezTo>
                  <a:pt x="29" y="6266"/>
                  <a:pt x="29" y="4846"/>
                  <a:pt x="29" y="3133"/>
                </a:cubicBezTo>
                <a:cubicBezTo>
                  <a:pt x="29" y="1391"/>
                  <a:pt x="29" y="0"/>
                  <a:pt x="15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rgbClr val="0054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2" name="Google Shape;172;p13"/>
          <p:cNvSpPr/>
          <p:nvPr/>
        </p:nvSpPr>
        <p:spPr>
          <a:xfrm rot="2003400" flipH="1">
            <a:off x="8142120" y="165960"/>
            <a:ext cx="412200" cy="225720"/>
          </a:xfrm>
          <a:custGeom>
            <a:avLst/>
            <a:gdLst/>
            <a:ahLst/>
            <a:cxnLst/>
            <a:rect l="l" t="t" r="r" b="b"/>
            <a:pathLst>
              <a:path w="9341" h="5111" extrusionOk="0">
                <a:moveTo>
                  <a:pt x="3631" y="1"/>
                </a:moveTo>
                <a:lnTo>
                  <a:pt x="3631" y="1172"/>
                </a:lnTo>
                <a:lnTo>
                  <a:pt x="0" y="5110"/>
                </a:lnTo>
                <a:lnTo>
                  <a:pt x="9340" y="4686"/>
                </a:lnTo>
                <a:lnTo>
                  <a:pt x="4670" y="1172"/>
                </a:lnTo>
                <a:lnTo>
                  <a:pt x="467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3">
  <p:cSld name="CUSTOM_3"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76" name="Google Shape;176;p14"/>
          <p:cNvSpPr/>
          <p:nvPr/>
        </p:nvSpPr>
        <p:spPr>
          <a:xfrm rot="1577400" flipH="1">
            <a:off x="7739280" y="35733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7" name="Google Shape;177;p14"/>
          <p:cNvSpPr/>
          <p:nvPr/>
        </p:nvSpPr>
        <p:spPr>
          <a:xfrm rot="1577400" flipH="1">
            <a:off x="7870680" y="37389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8" name="Google Shape;178;p14"/>
          <p:cNvSpPr/>
          <p:nvPr/>
        </p:nvSpPr>
        <p:spPr>
          <a:xfrm rot="1577400" flipH="1">
            <a:off x="8016480" y="39229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" name="Google Shape;179;p14"/>
          <p:cNvSpPr/>
          <p:nvPr/>
        </p:nvSpPr>
        <p:spPr>
          <a:xfrm rot="-9222600" flipH="1">
            <a:off x="-771840" y="-85500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" name="Google Shape;180;p14"/>
          <p:cNvSpPr/>
          <p:nvPr/>
        </p:nvSpPr>
        <p:spPr>
          <a:xfrm rot="-9222600" flipH="1">
            <a:off x="-902880" y="-10202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" name="Google Shape;181;p14"/>
          <p:cNvSpPr/>
          <p:nvPr/>
        </p:nvSpPr>
        <p:spPr>
          <a:xfrm rot="-9222600" flipH="1">
            <a:off x="-1049040" y="-120420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6">
  <p:cSld name="CUSTOM_6"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/>
          <p:nvPr/>
        </p:nvSpPr>
        <p:spPr>
          <a:xfrm>
            <a:off x="-52200" y="243720"/>
            <a:ext cx="9250200" cy="4974480"/>
          </a:xfrm>
          <a:custGeom>
            <a:avLst/>
            <a:gdLst/>
            <a:ahLst/>
            <a:cxnLst/>
            <a:rect l="l" t="t" r="r" b="b"/>
            <a:pathLst>
              <a:path w="370027" h="199000" extrusionOk="0">
                <a:moveTo>
                  <a:pt x="327362" y="0"/>
                </a:moveTo>
                <a:lnTo>
                  <a:pt x="0" y="40245"/>
                </a:lnTo>
                <a:lnTo>
                  <a:pt x="1017" y="198936"/>
                </a:lnTo>
                <a:lnTo>
                  <a:pt x="346121" y="199000"/>
                </a:lnTo>
                <a:lnTo>
                  <a:pt x="370027" y="199000"/>
                </a:lnTo>
                <a:lnTo>
                  <a:pt x="340364" y="899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BE0D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85" name="Google Shape;185;p15"/>
          <p:cNvGrpSpPr/>
          <p:nvPr/>
        </p:nvGrpSpPr>
        <p:grpSpPr>
          <a:xfrm>
            <a:off x="8114027" y="-63360"/>
            <a:ext cx="468386" cy="549836"/>
            <a:chOff x="8114027" y="-63360"/>
            <a:chExt cx="468386" cy="549836"/>
          </a:xfrm>
        </p:grpSpPr>
        <p:sp>
          <p:nvSpPr>
            <p:cNvPr id="186" name="Google Shape;186;p15"/>
            <p:cNvSpPr/>
            <p:nvPr/>
          </p:nvSpPr>
          <p:spPr>
            <a:xfrm flipH="1">
              <a:off x="8422200" y="-63360"/>
              <a:ext cx="1080" cy="276480"/>
            </a:xfrm>
            <a:custGeom>
              <a:avLst/>
              <a:gdLst/>
              <a:ahLst/>
              <a:cxnLst/>
              <a:rect l="l" t="t" r="r" b="b"/>
              <a:pathLst>
                <a:path w="30" h="6267" extrusionOk="0">
                  <a:moveTo>
                    <a:pt x="15" y="0"/>
                  </a:moveTo>
                  <a:cubicBezTo>
                    <a:pt x="0" y="0"/>
                    <a:pt x="0" y="1391"/>
                    <a:pt x="0" y="3133"/>
                  </a:cubicBezTo>
                  <a:cubicBezTo>
                    <a:pt x="0" y="4875"/>
                    <a:pt x="0" y="6266"/>
                    <a:pt x="15" y="6266"/>
                  </a:cubicBezTo>
                  <a:cubicBezTo>
                    <a:pt x="29" y="6266"/>
                    <a:pt x="29" y="4846"/>
                    <a:pt x="29" y="3133"/>
                  </a:cubicBezTo>
                  <a:cubicBezTo>
                    <a:pt x="29" y="1391"/>
                    <a:pt x="29" y="0"/>
                    <a:pt x="1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0054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2003400" flipH="1">
              <a:off x="8142120" y="165960"/>
              <a:ext cx="412200" cy="225720"/>
            </a:xfrm>
            <a:custGeom>
              <a:avLst/>
              <a:gdLst/>
              <a:ahLst/>
              <a:cxnLst/>
              <a:rect l="l" t="t" r="r" b="b"/>
              <a:pathLst>
                <a:path w="9341" h="5111" extrusionOk="0">
                  <a:moveTo>
                    <a:pt x="3631" y="1"/>
                  </a:moveTo>
                  <a:lnTo>
                    <a:pt x="3631" y="1172"/>
                  </a:lnTo>
                  <a:lnTo>
                    <a:pt x="0" y="5110"/>
                  </a:lnTo>
                  <a:lnTo>
                    <a:pt x="9340" y="4686"/>
                  </a:lnTo>
                  <a:lnTo>
                    <a:pt x="4670" y="1172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2035080" y="756360"/>
            <a:ext cx="5073120" cy="67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9" name="Google Shape;189;p15"/>
          <p:cNvSpPr txBox="1">
            <a:spLocks noGrp="1"/>
          </p:cNvSpPr>
          <p:nvPr>
            <p:ph type="title" idx="2"/>
          </p:nvPr>
        </p:nvSpPr>
        <p:spPr>
          <a:xfrm>
            <a:off x="2035080" y="2027880"/>
            <a:ext cx="5073120" cy="67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90" name="Google Shape;190;p15"/>
          <p:cNvSpPr txBox="1">
            <a:spLocks noGrp="1"/>
          </p:cNvSpPr>
          <p:nvPr>
            <p:ph type="title" idx="3"/>
          </p:nvPr>
        </p:nvSpPr>
        <p:spPr>
          <a:xfrm>
            <a:off x="2035080" y="3299760"/>
            <a:ext cx="5073120" cy="67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6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1058400" y="2105640"/>
            <a:ext cx="3983760" cy="114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title" idx="2"/>
          </p:nvPr>
        </p:nvSpPr>
        <p:spPr>
          <a:xfrm>
            <a:off x="3818160" y="1110240"/>
            <a:ext cx="1224000" cy="84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195" name="Google Shape;195;p16"/>
          <p:cNvGrpSpPr/>
          <p:nvPr/>
        </p:nvGrpSpPr>
        <p:grpSpPr>
          <a:xfrm>
            <a:off x="5461920" y="522360"/>
            <a:ext cx="2250360" cy="3660840"/>
            <a:chOff x="5461920" y="522360"/>
            <a:chExt cx="2250360" cy="3660840"/>
          </a:xfrm>
        </p:grpSpPr>
        <p:sp>
          <p:nvSpPr>
            <p:cNvPr id="196" name="Google Shape;196;p16"/>
            <p:cNvSpPr/>
            <p:nvPr/>
          </p:nvSpPr>
          <p:spPr>
            <a:xfrm>
              <a:off x="5497920" y="562320"/>
              <a:ext cx="2202480" cy="3558600"/>
            </a:xfrm>
            <a:custGeom>
              <a:avLst/>
              <a:gdLst/>
              <a:ahLst/>
              <a:cxnLst/>
              <a:rect l="l" t="t" r="r" b="b"/>
              <a:pathLst>
                <a:path w="26835" h="46950" extrusionOk="0">
                  <a:moveTo>
                    <a:pt x="1" y="0"/>
                  </a:moveTo>
                  <a:lnTo>
                    <a:pt x="1" y="46949"/>
                  </a:lnTo>
                  <a:lnTo>
                    <a:pt x="26835" y="46949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FFFFFF">
                <a:alpha val="6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5461920" y="522360"/>
              <a:ext cx="2250360" cy="3660840"/>
            </a:xfrm>
            <a:custGeom>
              <a:avLst/>
              <a:gdLst/>
              <a:ahLst/>
              <a:cxnLst/>
              <a:rect l="l" t="t" r="r" b="b"/>
              <a:pathLst>
                <a:path w="27421" h="48297" extrusionOk="0">
                  <a:moveTo>
                    <a:pt x="13381" y="11800"/>
                  </a:moveTo>
                  <a:lnTo>
                    <a:pt x="13381" y="24009"/>
                  </a:lnTo>
                  <a:lnTo>
                    <a:pt x="6369" y="24009"/>
                  </a:lnTo>
                  <a:lnTo>
                    <a:pt x="6369" y="11800"/>
                  </a:lnTo>
                  <a:close/>
                  <a:moveTo>
                    <a:pt x="20891" y="11829"/>
                  </a:moveTo>
                  <a:lnTo>
                    <a:pt x="20891" y="24009"/>
                  </a:lnTo>
                  <a:lnTo>
                    <a:pt x="14245" y="24009"/>
                  </a:lnTo>
                  <a:lnTo>
                    <a:pt x="14245" y="11829"/>
                  </a:lnTo>
                  <a:close/>
                  <a:moveTo>
                    <a:pt x="13381" y="24858"/>
                  </a:moveTo>
                  <a:lnTo>
                    <a:pt x="13381" y="36643"/>
                  </a:lnTo>
                  <a:lnTo>
                    <a:pt x="6369" y="36643"/>
                  </a:lnTo>
                  <a:lnTo>
                    <a:pt x="6369" y="24858"/>
                  </a:lnTo>
                  <a:close/>
                  <a:moveTo>
                    <a:pt x="20891" y="24858"/>
                  </a:moveTo>
                  <a:lnTo>
                    <a:pt x="20891" y="36643"/>
                  </a:lnTo>
                  <a:lnTo>
                    <a:pt x="14245" y="36643"/>
                  </a:lnTo>
                  <a:lnTo>
                    <a:pt x="14245" y="24858"/>
                  </a:lnTo>
                  <a:close/>
                  <a:moveTo>
                    <a:pt x="13381" y="0"/>
                  </a:moveTo>
                  <a:lnTo>
                    <a:pt x="13381" y="11580"/>
                  </a:lnTo>
                  <a:lnTo>
                    <a:pt x="6369" y="11580"/>
                  </a:lnTo>
                  <a:lnTo>
                    <a:pt x="6369" y="776"/>
                  </a:lnTo>
                  <a:lnTo>
                    <a:pt x="6134" y="776"/>
                  </a:lnTo>
                  <a:lnTo>
                    <a:pt x="6134" y="11580"/>
                  </a:lnTo>
                  <a:lnTo>
                    <a:pt x="0" y="11580"/>
                  </a:lnTo>
                  <a:lnTo>
                    <a:pt x="0" y="11800"/>
                  </a:lnTo>
                  <a:lnTo>
                    <a:pt x="6134" y="11800"/>
                  </a:lnTo>
                  <a:lnTo>
                    <a:pt x="6134" y="24009"/>
                  </a:lnTo>
                  <a:lnTo>
                    <a:pt x="0" y="24009"/>
                  </a:lnTo>
                  <a:lnTo>
                    <a:pt x="0" y="24873"/>
                  </a:lnTo>
                  <a:lnTo>
                    <a:pt x="6134" y="24873"/>
                  </a:lnTo>
                  <a:lnTo>
                    <a:pt x="6134" y="36643"/>
                  </a:lnTo>
                  <a:lnTo>
                    <a:pt x="0" y="36643"/>
                  </a:lnTo>
                  <a:lnTo>
                    <a:pt x="0" y="36863"/>
                  </a:lnTo>
                  <a:lnTo>
                    <a:pt x="6134" y="36863"/>
                  </a:lnTo>
                  <a:lnTo>
                    <a:pt x="6134" y="48296"/>
                  </a:lnTo>
                  <a:lnTo>
                    <a:pt x="6369" y="48296"/>
                  </a:lnTo>
                  <a:lnTo>
                    <a:pt x="6369" y="36863"/>
                  </a:lnTo>
                  <a:lnTo>
                    <a:pt x="13381" y="36863"/>
                  </a:lnTo>
                  <a:lnTo>
                    <a:pt x="13381" y="47520"/>
                  </a:lnTo>
                  <a:lnTo>
                    <a:pt x="14245" y="47520"/>
                  </a:lnTo>
                  <a:lnTo>
                    <a:pt x="14245" y="36863"/>
                  </a:lnTo>
                  <a:lnTo>
                    <a:pt x="20891" y="36863"/>
                  </a:lnTo>
                  <a:lnTo>
                    <a:pt x="20891" y="48296"/>
                  </a:lnTo>
                  <a:lnTo>
                    <a:pt x="21125" y="48296"/>
                  </a:lnTo>
                  <a:lnTo>
                    <a:pt x="21125" y="36863"/>
                  </a:lnTo>
                  <a:lnTo>
                    <a:pt x="27420" y="36863"/>
                  </a:lnTo>
                  <a:lnTo>
                    <a:pt x="27420" y="36643"/>
                  </a:lnTo>
                  <a:lnTo>
                    <a:pt x="21125" y="36643"/>
                  </a:lnTo>
                  <a:lnTo>
                    <a:pt x="21125" y="24858"/>
                  </a:lnTo>
                  <a:lnTo>
                    <a:pt x="27420" y="24858"/>
                  </a:lnTo>
                  <a:lnTo>
                    <a:pt x="27420" y="24009"/>
                  </a:lnTo>
                  <a:lnTo>
                    <a:pt x="21125" y="24009"/>
                  </a:lnTo>
                  <a:lnTo>
                    <a:pt x="21125" y="11829"/>
                  </a:lnTo>
                  <a:lnTo>
                    <a:pt x="27420" y="11829"/>
                  </a:lnTo>
                  <a:lnTo>
                    <a:pt x="27420" y="11800"/>
                  </a:lnTo>
                  <a:lnTo>
                    <a:pt x="27420" y="11580"/>
                  </a:lnTo>
                  <a:lnTo>
                    <a:pt x="21125" y="11580"/>
                  </a:lnTo>
                  <a:lnTo>
                    <a:pt x="21125" y="776"/>
                  </a:lnTo>
                  <a:lnTo>
                    <a:pt x="20891" y="776"/>
                  </a:lnTo>
                  <a:lnTo>
                    <a:pt x="20891" y="11580"/>
                  </a:lnTo>
                  <a:lnTo>
                    <a:pt x="14245" y="11580"/>
                  </a:lnTo>
                  <a:lnTo>
                    <a:pt x="14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8" name="Google Shape;198;p16"/>
          <p:cNvSpPr/>
          <p:nvPr/>
        </p:nvSpPr>
        <p:spPr>
          <a:xfrm rot="7777800">
            <a:off x="-1118880" y="-1152360"/>
            <a:ext cx="3040920" cy="2822040"/>
          </a:xfrm>
          <a:custGeom>
            <a:avLst/>
            <a:gdLst/>
            <a:ahLst/>
            <a:cxnLst/>
            <a:rect l="l" t="t" r="r" b="b"/>
            <a:pathLst>
              <a:path w="5827" h="5408" extrusionOk="0">
                <a:moveTo>
                  <a:pt x="1699" y="0"/>
                </a:moveTo>
                <a:cubicBezTo>
                  <a:pt x="1610" y="0"/>
                  <a:pt x="1521" y="14"/>
                  <a:pt x="1435" y="45"/>
                </a:cubicBezTo>
                <a:cubicBezTo>
                  <a:pt x="952" y="235"/>
                  <a:pt x="732" y="923"/>
                  <a:pt x="1025" y="1348"/>
                </a:cubicBezTo>
                <a:cubicBezTo>
                  <a:pt x="983" y="1341"/>
                  <a:pt x="941" y="1337"/>
                  <a:pt x="899" y="1337"/>
                </a:cubicBezTo>
                <a:cubicBezTo>
                  <a:pt x="502" y="1337"/>
                  <a:pt x="125" y="1639"/>
                  <a:pt x="59" y="2036"/>
                </a:cubicBezTo>
                <a:cubicBezTo>
                  <a:pt x="0" y="2475"/>
                  <a:pt x="337" y="2943"/>
                  <a:pt x="776" y="2987"/>
                </a:cubicBezTo>
                <a:lnTo>
                  <a:pt x="923" y="3002"/>
                </a:lnTo>
                <a:cubicBezTo>
                  <a:pt x="1042" y="2987"/>
                  <a:pt x="1162" y="2980"/>
                  <a:pt x="1282" y="2980"/>
                </a:cubicBezTo>
                <a:cubicBezTo>
                  <a:pt x="2336" y="2980"/>
                  <a:pt x="3373" y="3544"/>
                  <a:pt x="3938" y="4451"/>
                </a:cubicBezTo>
                <a:cubicBezTo>
                  <a:pt x="4070" y="4671"/>
                  <a:pt x="4173" y="4905"/>
                  <a:pt x="4363" y="5110"/>
                </a:cubicBezTo>
                <a:cubicBezTo>
                  <a:pt x="4507" y="5278"/>
                  <a:pt x="4711" y="5407"/>
                  <a:pt x="4917" y="5407"/>
                </a:cubicBezTo>
                <a:cubicBezTo>
                  <a:pt x="4962" y="5407"/>
                  <a:pt x="5007" y="5401"/>
                  <a:pt x="5051" y="5388"/>
                </a:cubicBezTo>
                <a:cubicBezTo>
                  <a:pt x="5313" y="5330"/>
                  <a:pt x="5488" y="4997"/>
                  <a:pt x="5332" y="4792"/>
                </a:cubicBezTo>
                <a:lnTo>
                  <a:pt x="5332" y="4792"/>
                </a:lnTo>
                <a:cubicBezTo>
                  <a:pt x="5370" y="4839"/>
                  <a:pt x="5430" y="4861"/>
                  <a:pt x="5494" y="4861"/>
                </a:cubicBezTo>
                <a:cubicBezTo>
                  <a:pt x="5583" y="4861"/>
                  <a:pt x="5680" y="4819"/>
                  <a:pt x="5739" y="4744"/>
                </a:cubicBezTo>
                <a:cubicBezTo>
                  <a:pt x="5827" y="4627"/>
                  <a:pt x="5798" y="4437"/>
                  <a:pt x="5754" y="4290"/>
                </a:cubicBezTo>
                <a:cubicBezTo>
                  <a:pt x="5695" y="4144"/>
                  <a:pt x="5593" y="4012"/>
                  <a:pt x="5505" y="3895"/>
                </a:cubicBezTo>
                <a:cubicBezTo>
                  <a:pt x="5241" y="3412"/>
                  <a:pt x="5212" y="2797"/>
                  <a:pt x="5475" y="2314"/>
                </a:cubicBezTo>
                <a:cubicBezTo>
                  <a:pt x="5593" y="2124"/>
                  <a:pt x="5710" y="1948"/>
                  <a:pt x="5695" y="1743"/>
                </a:cubicBezTo>
                <a:cubicBezTo>
                  <a:pt x="5680" y="1509"/>
                  <a:pt x="5475" y="1348"/>
                  <a:pt x="5256" y="1289"/>
                </a:cubicBezTo>
                <a:cubicBezTo>
                  <a:pt x="5177" y="1268"/>
                  <a:pt x="5096" y="1260"/>
                  <a:pt x="5015" y="1260"/>
                </a:cubicBezTo>
                <a:cubicBezTo>
                  <a:pt x="4870" y="1260"/>
                  <a:pt x="4723" y="1285"/>
                  <a:pt x="4582" y="1304"/>
                </a:cubicBezTo>
                <a:cubicBezTo>
                  <a:pt x="4802" y="1055"/>
                  <a:pt x="4729" y="601"/>
                  <a:pt x="4465" y="352"/>
                </a:cubicBezTo>
                <a:cubicBezTo>
                  <a:pt x="4280" y="196"/>
                  <a:pt x="4049" y="118"/>
                  <a:pt x="3811" y="118"/>
                </a:cubicBezTo>
                <a:cubicBezTo>
                  <a:pt x="3693" y="118"/>
                  <a:pt x="3572" y="137"/>
                  <a:pt x="3455" y="176"/>
                </a:cubicBezTo>
                <a:cubicBezTo>
                  <a:pt x="3119" y="279"/>
                  <a:pt x="2840" y="499"/>
                  <a:pt x="2577" y="762"/>
                </a:cubicBezTo>
                <a:cubicBezTo>
                  <a:pt x="2541" y="326"/>
                  <a:pt x="2123" y="0"/>
                  <a:pt x="1699" y="0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9" name="Google Shape;199;p16"/>
          <p:cNvSpPr/>
          <p:nvPr/>
        </p:nvSpPr>
        <p:spPr>
          <a:xfrm rot="7777800">
            <a:off x="-1624680" y="-1530000"/>
            <a:ext cx="3040920" cy="2822040"/>
          </a:xfrm>
          <a:custGeom>
            <a:avLst/>
            <a:gdLst/>
            <a:ahLst/>
            <a:cxnLst/>
            <a:rect l="l" t="t" r="r" b="b"/>
            <a:pathLst>
              <a:path w="5827" h="5408" extrusionOk="0">
                <a:moveTo>
                  <a:pt x="1699" y="0"/>
                </a:moveTo>
                <a:cubicBezTo>
                  <a:pt x="1610" y="0"/>
                  <a:pt x="1521" y="14"/>
                  <a:pt x="1435" y="45"/>
                </a:cubicBezTo>
                <a:cubicBezTo>
                  <a:pt x="952" y="235"/>
                  <a:pt x="732" y="923"/>
                  <a:pt x="1025" y="1348"/>
                </a:cubicBezTo>
                <a:cubicBezTo>
                  <a:pt x="983" y="1341"/>
                  <a:pt x="941" y="1337"/>
                  <a:pt x="899" y="1337"/>
                </a:cubicBezTo>
                <a:cubicBezTo>
                  <a:pt x="502" y="1337"/>
                  <a:pt x="125" y="1639"/>
                  <a:pt x="59" y="2036"/>
                </a:cubicBezTo>
                <a:cubicBezTo>
                  <a:pt x="0" y="2475"/>
                  <a:pt x="337" y="2943"/>
                  <a:pt x="776" y="2987"/>
                </a:cubicBezTo>
                <a:lnTo>
                  <a:pt x="923" y="3002"/>
                </a:lnTo>
                <a:cubicBezTo>
                  <a:pt x="1042" y="2987"/>
                  <a:pt x="1162" y="2980"/>
                  <a:pt x="1282" y="2980"/>
                </a:cubicBezTo>
                <a:cubicBezTo>
                  <a:pt x="2336" y="2980"/>
                  <a:pt x="3373" y="3544"/>
                  <a:pt x="3938" y="4451"/>
                </a:cubicBezTo>
                <a:cubicBezTo>
                  <a:pt x="4070" y="4671"/>
                  <a:pt x="4173" y="4905"/>
                  <a:pt x="4363" y="5110"/>
                </a:cubicBezTo>
                <a:cubicBezTo>
                  <a:pt x="4507" y="5278"/>
                  <a:pt x="4711" y="5407"/>
                  <a:pt x="4917" y="5407"/>
                </a:cubicBezTo>
                <a:cubicBezTo>
                  <a:pt x="4962" y="5407"/>
                  <a:pt x="5007" y="5401"/>
                  <a:pt x="5051" y="5388"/>
                </a:cubicBezTo>
                <a:cubicBezTo>
                  <a:pt x="5313" y="5330"/>
                  <a:pt x="5488" y="4997"/>
                  <a:pt x="5332" y="4792"/>
                </a:cubicBezTo>
                <a:lnTo>
                  <a:pt x="5332" y="4792"/>
                </a:lnTo>
                <a:cubicBezTo>
                  <a:pt x="5370" y="4839"/>
                  <a:pt x="5430" y="4861"/>
                  <a:pt x="5494" y="4861"/>
                </a:cubicBezTo>
                <a:cubicBezTo>
                  <a:pt x="5583" y="4861"/>
                  <a:pt x="5680" y="4819"/>
                  <a:pt x="5739" y="4744"/>
                </a:cubicBezTo>
                <a:cubicBezTo>
                  <a:pt x="5827" y="4627"/>
                  <a:pt x="5798" y="4437"/>
                  <a:pt x="5754" y="4290"/>
                </a:cubicBezTo>
                <a:cubicBezTo>
                  <a:pt x="5695" y="4144"/>
                  <a:pt x="5593" y="4012"/>
                  <a:pt x="5505" y="3895"/>
                </a:cubicBezTo>
                <a:cubicBezTo>
                  <a:pt x="5241" y="3412"/>
                  <a:pt x="5212" y="2797"/>
                  <a:pt x="5475" y="2314"/>
                </a:cubicBezTo>
                <a:cubicBezTo>
                  <a:pt x="5593" y="2124"/>
                  <a:pt x="5710" y="1948"/>
                  <a:pt x="5695" y="1743"/>
                </a:cubicBezTo>
                <a:cubicBezTo>
                  <a:pt x="5680" y="1509"/>
                  <a:pt x="5475" y="1348"/>
                  <a:pt x="5256" y="1289"/>
                </a:cubicBezTo>
                <a:cubicBezTo>
                  <a:pt x="5177" y="1268"/>
                  <a:pt x="5096" y="1260"/>
                  <a:pt x="5015" y="1260"/>
                </a:cubicBezTo>
                <a:cubicBezTo>
                  <a:pt x="4870" y="1260"/>
                  <a:pt x="4723" y="1285"/>
                  <a:pt x="4582" y="1304"/>
                </a:cubicBezTo>
                <a:cubicBezTo>
                  <a:pt x="4802" y="1055"/>
                  <a:pt x="4729" y="601"/>
                  <a:pt x="4465" y="352"/>
                </a:cubicBezTo>
                <a:cubicBezTo>
                  <a:pt x="4280" y="196"/>
                  <a:pt x="4049" y="118"/>
                  <a:pt x="3811" y="118"/>
                </a:cubicBezTo>
                <a:cubicBezTo>
                  <a:pt x="3693" y="118"/>
                  <a:pt x="3572" y="137"/>
                  <a:pt x="3455" y="176"/>
                </a:cubicBezTo>
                <a:cubicBezTo>
                  <a:pt x="3119" y="279"/>
                  <a:pt x="2840" y="499"/>
                  <a:pt x="2577" y="762"/>
                </a:cubicBezTo>
                <a:cubicBezTo>
                  <a:pt x="2541" y="326"/>
                  <a:pt x="2123" y="0"/>
                  <a:pt x="1699" y="0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0" name="Google Shape;200;p16"/>
          <p:cNvSpPr/>
          <p:nvPr/>
        </p:nvSpPr>
        <p:spPr>
          <a:xfrm rot="7777800">
            <a:off x="-2073240" y="-1830960"/>
            <a:ext cx="3040920" cy="2822040"/>
          </a:xfrm>
          <a:custGeom>
            <a:avLst/>
            <a:gdLst/>
            <a:ahLst/>
            <a:cxnLst/>
            <a:rect l="l" t="t" r="r" b="b"/>
            <a:pathLst>
              <a:path w="5827" h="5408" extrusionOk="0">
                <a:moveTo>
                  <a:pt x="1699" y="0"/>
                </a:moveTo>
                <a:cubicBezTo>
                  <a:pt x="1610" y="0"/>
                  <a:pt x="1521" y="14"/>
                  <a:pt x="1435" y="45"/>
                </a:cubicBezTo>
                <a:cubicBezTo>
                  <a:pt x="952" y="235"/>
                  <a:pt x="732" y="923"/>
                  <a:pt x="1025" y="1348"/>
                </a:cubicBezTo>
                <a:cubicBezTo>
                  <a:pt x="983" y="1341"/>
                  <a:pt x="941" y="1337"/>
                  <a:pt x="899" y="1337"/>
                </a:cubicBezTo>
                <a:cubicBezTo>
                  <a:pt x="502" y="1337"/>
                  <a:pt x="125" y="1639"/>
                  <a:pt x="59" y="2036"/>
                </a:cubicBezTo>
                <a:cubicBezTo>
                  <a:pt x="0" y="2475"/>
                  <a:pt x="337" y="2943"/>
                  <a:pt x="776" y="2987"/>
                </a:cubicBezTo>
                <a:lnTo>
                  <a:pt x="923" y="3002"/>
                </a:lnTo>
                <a:cubicBezTo>
                  <a:pt x="1042" y="2987"/>
                  <a:pt x="1162" y="2980"/>
                  <a:pt x="1282" y="2980"/>
                </a:cubicBezTo>
                <a:cubicBezTo>
                  <a:pt x="2336" y="2980"/>
                  <a:pt x="3373" y="3544"/>
                  <a:pt x="3938" y="4451"/>
                </a:cubicBezTo>
                <a:cubicBezTo>
                  <a:pt x="4070" y="4671"/>
                  <a:pt x="4173" y="4905"/>
                  <a:pt x="4363" y="5110"/>
                </a:cubicBezTo>
                <a:cubicBezTo>
                  <a:pt x="4507" y="5278"/>
                  <a:pt x="4711" y="5407"/>
                  <a:pt x="4917" y="5407"/>
                </a:cubicBezTo>
                <a:cubicBezTo>
                  <a:pt x="4962" y="5407"/>
                  <a:pt x="5007" y="5401"/>
                  <a:pt x="5051" y="5388"/>
                </a:cubicBezTo>
                <a:cubicBezTo>
                  <a:pt x="5313" y="5330"/>
                  <a:pt x="5488" y="4997"/>
                  <a:pt x="5332" y="4792"/>
                </a:cubicBezTo>
                <a:lnTo>
                  <a:pt x="5332" y="4792"/>
                </a:lnTo>
                <a:cubicBezTo>
                  <a:pt x="5370" y="4839"/>
                  <a:pt x="5430" y="4861"/>
                  <a:pt x="5494" y="4861"/>
                </a:cubicBezTo>
                <a:cubicBezTo>
                  <a:pt x="5583" y="4861"/>
                  <a:pt x="5680" y="4819"/>
                  <a:pt x="5739" y="4744"/>
                </a:cubicBezTo>
                <a:cubicBezTo>
                  <a:pt x="5827" y="4627"/>
                  <a:pt x="5798" y="4437"/>
                  <a:pt x="5754" y="4290"/>
                </a:cubicBezTo>
                <a:cubicBezTo>
                  <a:pt x="5695" y="4144"/>
                  <a:pt x="5593" y="4012"/>
                  <a:pt x="5505" y="3895"/>
                </a:cubicBezTo>
                <a:cubicBezTo>
                  <a:pt x="5241" y="3412"/>
                  <a:pt x="5212" y="2797"/>
                  <a:pt x="5475" y="2314"/>
                </a:cubicBezTo>
                <a:cubicBezTo>
                  <a:pt x="5593" y="2124"/>
                  <a:pt x="5710" y="1948"/>
                  <a:pt x="5695" y="1743"/>
                </a:cubicBezTo>
                <a:cubicBezTo>
                  <a:pt x="5680" y="1509"/>
                  <a:pt x="5475" y="1348"/>
                  <a:pt x="5256" y="1289"/>
                </a:cubicBezTo>
                <a:cubicBezTo>
                  <a:pt x="5177" y="1268"/>
                  <a:pt x="5096" y="1260"/>
                  <a:pt x="5015" y="1260"/>
                </a:cubicBezTo>
                <a:cubicBezTo>
                  <a:pt x="4870" y="1260"/>
                  <a:pt x="4723" y="1285"/>
                  <a:pt x="4582" y="1304"/>
                </a:cubicBezTo>
                <a:cubicBezTo>
                  <a:pt x="4802" y="1055"/>
                  <a:pt x="4729" y="601"/>
                  <a:pt x="4465" y="352"/>
                </a:cubicBezTo>
                <a:cubicBezTo>
                  <a:pt x="4280" y="196"/>
                  <a:pt x="4049" y="118"/>
                  <a:pt x="3811" y="118"/>
                </a:cubicBezTo>
                <a:cubicBezTo>
                  <a:pt x="3693" y="118"/>
                  <a:pt x="3572" y="137"/>
                  <a:pt x="3455" y="176"/>
                </a:cubicBezTo>
                <a:cubicBezTo>
                  <a:pt x="3119" y="279"/>
                  <a:pt x="2840" y="499"/>
                  <a:pt x="2577" y="762"/>
                </a:cubicBezTo>
                <a:cubicBezTo>
                  <a:pt x="2541" y="326"/>
                  <a:pt x="2123" y="0"/>
                  <a:pt x="1699" y="0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1" name="Google Shape;201;p16"/>
          <p:cNvSpPr/>
          <p:nvPr/>
        </p:nvSpPr>
        <p:spPr>
          <a:xfrm rot="-1577400">
            <a:off x="-385560" y="3687120"/>
            <a:ext cx="1989000" cy="20379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2" name="Google Shape;202;p16"/>
          <p:cNvSpPr/>
          <p:nvPr/>
        </p:nvSpPr>
        <p:spPr>
          <a:xfrm rot="-1577400">
            <a:off x="-499680" y="3830400"/>
            <a:ext cx="1989000" cy="20379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3" name="Google Shape;203;p16"/>
          <p:cNvSpPr/>
          <p:nvPr/>
        </p:nvSpPr>
        <p:spPr>
          <a:xfrm rot="-1577400">
            <a:off x="-626040" y="3989880"/>
            <a:ext cx="1989000" cy="20379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7">
  <p:cSld name="CUSTOM_7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/>
          <p:nvPr/>
        </p:nvSpPr>
        <p:spPr>
          <a:xfrm>
            <a:off x="0" y="336240"/>
            <a:ext cx="9174960" cy="4836960"/>
          </a:xfrm>
          <a:custGeom>
            <a:avLst/>
            <a:gdLst/>
            <a:ahLst/>
            <a:cxnLst/>
            <a:rect l="l" t="t" r="r" b="b"/>
            <a:pathLst>
              <a:path w="367011" h="193499" extrusionOk="0">
                <a:moveTo>
                  <a:pt x="252657" y="1791"/>
                </a:moveTo>
                <a:lnTo>
                  <a:pt x="0" y="191975"/>
                </a:lnTo>
                <a:lnTo>
                  <a:pt x="75799" y="192240"/>
                </a:lnTo>
                <a:lnTo>
                  <a:pt x="367011" y="193499"/>
                </a:lnTo>
                <a:lnTo>
                  <a:pt x="367011" y="84670"/>
                </a:lnTo>
                <a:lnTo>
                  <a:pt x="262125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BE0DD"/>
              </a:gs>
            </a:gsLst>
            <a:lin ang="5400000" scaled="0"/>
          </a:gra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7" name="Google Shape;207;p17"/>
          <p:cNvGrpSpPr/>
          <p:nvPr/>
        </p:nvGrpSpPr>
        <p:grpSpPr>
          <a:xfrm>
            <a:off x="6255360" y="-63360"/>
            <a:ext cx="412200" cy="500760"/>
            <a:chOff x="6255360" y="-63360"/>
            <a:chExt cx="412200" cy="500760"/>
          </a:xfrm>
        </p:grpSpPr>
        <p:sp>
          <p:nvSpPr>
            <p:cNvPr id="208" name="Google Shape;208;p17"/>
            <p:cNvSpPr/>
            <p:nvPr/>
          </p:nvSpPr>
          <p:spPr>
            <a:xfrm flipH="1">
              <a:off x="6255360" y="212040"/>
              <a:ext cx="412200" cy="225360"/>
            </a:xfrm>
            <a:custGeom>
              <a:avLst/>
              <a:gdLst/>
              <a:ahLst/>
              <a:cxnLst/>
              <a:rect l="l" t="t" r="r" b="b"/>
              <a:pathLst>
                <a:path w="9341" h="5111" extrusionOk="0">
                  <a:moveTo>
                    <a:pt x="3631" y="1"/>
                  </a:moveTo>
                  <a:lnTo>
                    <a:pt x="3631" y="1172"/>
                  </a:lnTo>
                  <a:lnTo>
                    <a:pt x="0" y="5110"/>
                  </a:lnTo>
                  <a:lnTo>
                    <a:pt x="9340" y="4686"/>
                  </a:lnTo>
                  <a:lnTo>
                    <a:pt x="4670" y="1172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 flipH="1">
              <a:off x="6487560" y="-63360"/>
              <a:ext cx="1080" cy="276480"/>
            </a:xfrm>
            <a:custGeom>
              <a:avLst/>
              <a:gdLst/>
              <a:ahLst/>
              <a:cxnLst/>
              <a:rect l="l" t="t" r="r" b="b"/>
              <a:pathLst>
                <a:path w="30" h="6267" extrusionOk="0">
                  <a:moveTo>
                    <a:pt x="15" y="0"/>
                  </a:moveTo>
                  <a:cubicBezTo>
                    <a:pt x="0" y="0"/>
                    <a:pt x="0" y="1391"/>
                    <a:pt x="0" y="3133"/>
                  </a:cubicBezTo>
                  <a:cubicBezTo>
                    <a:pt x="0" y="4875"/>
                    <a:pt x="0" y="6266"/>
                    <a:pt x="15" y="6266"/>
                  </a:cubicBezTo>
                  <a:cubicBezTo>
                    <a:pt x="29" y="6266"/>
                    <a:pt x="29" y="4846"/>
                    <a:pt x="29" y="3133"/>
                  </a:cubicBezTo>
                  <a:cubicBezTo>
                    <a:pt x="29" y="1391"/>
                    <a:pt x="29" y="0"/>
                    <a:pt x="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0" name="Google Shape;210;p17"/>
          <p:cNvSpPr/>
          <p:nvPr/>
        </p:nvSpPr>
        <p:spPr>
          <a:xfrm>
            <a:off x="-67320" y="-2808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-232200" y="-20592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-416520" y="-38988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3" name="Google Shape;213;p17"/>
          <p:cNvSpPr/>
          <p:nvPr/>
        </p:nvSpPr>
        <p:spPr>
          <a:xfrm rot="10800000">
            <a:off x="6898680" y="320292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4" name="Google Shape;214;p17"/>
          <p:cNvSpPr/>
          <p:nvPr/>
        </p:nvSpPr>
        <p:spPr>
          <a:xfrm rot="10800000">
            <a:off x="7063920" y="338076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5" name="Google Shape;215;p17"/>
          <p:cNvSpPr/>
          <p:nvPr/>
        </p:nvSpPr>
        <p:spPr>
          <a:xfrm rot="10800000">
            <a:off x="7248240" y="356472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6" name="Google Shape;216;p17"/>
          <p:cNvSpPr txBox="1">
            <a:spLocks noGrp="1"/>
          </p:cNvSpPr>
          <p:nvPr>
            <p:ph type="title"/>
          </p:nvPr>
        </p:nvSpPr>
        <p:spPr>
          <a:xfrm>
            <a:off x="721440" y="1243440"/>
            <a:ext cx="4219560" cy="15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7_1">
  <p:cSld name="CUSTOM_7_1"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8"/>
          <p:cNvGrpSpPr/>
          <p:nvPr/>
        </p:nvGrpSpPr>
        <p:grpSpPr>
          <a:xfrm>
            <a:off x="-45360" y="-67680"/>
            <a:ext cx="9349200" cy="5279040"/>
            <a:chOff x="-45360" y="-67680"/>
            <a:chExt cx="9349200" cy="5279040"/>
          </a:xfrm>
        </p:grpSpPr>
        <p:sp>
          <p:nvSpPr>
            <p:cNvPr id="220" name="Google Shape;220;p18"/>
            <p:cNvSpPr/>
            <p:nvPr/>
          </p:nvSpPr>
          <p:spPr>
            <a:xfrm flipH="1">
              <a:off x="-45360" y="410400"/>
              <a:ext cx="9349200" cy="4800960"/>
            </a:xfrm>
            <a:custGeom>
              <a:avLst/>
              <a:gdLst/>
              <a:ahLst/>
              <a:cxnLst/>
              <a:rect l="l" t="t" r="r" b="b"/>
              <a:pathLst>
                <a:path w="373988" h="192051" extrusionOk="0">
                  <a:moveTo>
                    <a:pt x="264110" y="0"/>
                  </a:moveTo>
                  <a:lnTo>
                    <a:pt x="146720" y="91571"/>
                  </a:lnTo>
                  <a:lnTo>
                    <a:pt x="0" y="190060"/>
                  </a:lnTo>
                  <a:lnTo>
                    <a:pt x="373486" y="192051"/>
                  </a:lnTo>
                  <a:lnTo>
                    <a:pt x="373988" y="94834"/>
                  </a:lnTo>
                  <a:lnTo>
                    <a:pt x="279845" y="38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EBE0DD"/>
                </a:gs>
              </a:gsLst>
              <a:lin ang="5394000" scaled="0"/>
            </a:gra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21" name="Google Shape;221;p18"/>
            <p:cNvGrpSpPr/>
            <p:nvPr/>
          </p:nvGrpSpPr>
          <p:grpSpPr>
            <a:xfrm>
              <a:off x="2293920" y="-67680"/>
              <a:ext cx="412200" cy="500760"/>
              <a:chOff x="2293920" y="-67680"/>
              <a:chExt cx="412200" cy="500760"/>
            </a:xfrm>
          </p:grpSpPr>
          <p:sp>
            <p:nvSpPr>
              <p:cNvPr id="222" name="Google Shape;222;p18"/>
              <p:cNvSpPr/>
              <p:nvPr/>
            </p:nvSpPr>
            <p:spPr>
              <a:xfrm>
                <a:off x="2293920" y="207720"/>
                <a:ext cx="412200" cy="225360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5111" extrusionOk="0">
                    <a:moveTo>
                      <a:pt x="3631" y="1"/>
                    </a:moveTo>
                    <a:lnTo>
                      <a:pt x="3631" y="1172"/>
                    </a:lnTo>
                    <a:lnTo>
                      <a:pt x="0" y="5110"/>
                    </a:lnTo>
                    <a:lnTo>
                      <a:pt x="9340" y="4686"/>
                    </a:lnTo>
                    <a:lnTo>
                      <a:pt x="4670" y="1172"/>
                    </a:lnTo>
                    <a:lnTo>
                      <a:pt x="4670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2472840" y="-67680"/>
                <a:ext cx="1080" cy="276480"/>
              </a:xfrm>
              <a:custGeom>
                <a:avLst/>
                <a:gdLst/>
                <a:ahLst/>
                <a:cxnLst/>
                <a:rect l="l" t="t" r="r" b="b"/>
                <a:pathLst>
                  <a:path w="30" h="6267" extrusionOk="0">
                    <a:moveTo>
                      <a:pt x="15" y="0"/>
                    </a:moveTo>
                    <a:cubicBezTo>
                      <a:pt x="0" y="0"/>
                      <a:pt x="0" y="1391"/>
                      <a:pt x="0" y="3133"/>
                    </a:cubicBezTo>
                    <a:cubicBezTo>
                      <a:pt x="0" y="4875"/>
                      <a:pt x="0" y="6266"/>
                      <a:pt x="15" y="6266"/>
                    </a:cubicBezTo>
                    <a:cubicBezTo>
                      <a:pt x="29" y="6266"/>
                      <a:pt x="29" y="4846"/>
                      <a:pt x="29" y="3133"/>
                    </a:cubicBezTo>
                    <a:cubicBezTo>
                      <a:pt x="29" y="1391"/>
                      <a:pt x="29" y="0"/>
                      <a:pt x="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24" name="Google Shape;224;p18"/>
          <p:cNvSpPr txBox="1">
            <a:spLocks noGrp="1"/>
          </p:cNvSpPr>
          <p:nvPr>
            <p:ph type="title"/>
          </p:nvPr>
        </p:nvSpPr>
        <p:spPr>
          <a:xfrm>
            <a:off x="5324040" y="1845000"/>
            <a:ext cx="3092400" cy="5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225" name="Google Shape;225;p18"/>
          <p:cNvGrpSpPr/>
          <p:nvPr/>
        </p:nvGrpSpPr>
        <p:grpSpPr>
          <a:xfrm>
            <a:off x="-1915372" y="-1293113"/>
            <a:ext cx="12840997" cy="8701669"/>
            <a:chOff x="-1915372" y="-1293113"/>
            <a:chExt cx="12840997" cy="8701669"/>
          </a:xfrm>
        </p:grpSpPr>
        <p:sp>
          <p:nvSpPr>
            <p:cNvPr id="226" name="Google Shape;226;p18"/>
            <p:cNvSpPr/>
            <p:nvPr/>
          </p:nvSpPr>
          <p:spPr>
            <a:xfrm rot="-5323800" flipH="1">
              <a:off x="6540480" y="-167184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 rot="-5323800" flipH="1">
              <a:off x="6873120" y="-187020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 rot="-5323800" flipH="1">
              <a:off x="7160040" y="-202536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 rot="7936800">
              <a:off x="-335160" y="310356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 rot="7936800">
              <a:off x="-198720" y="285840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 rot="7936800">
              <a:off x="-22320" y="261324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 rot="-5323800" flipH="1">
              <a:off x="7504200" y="-226944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 rot="-5323800" flipH="1">
              <a:off x="7885800" y="-253116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 rot="7936800">
              <a:off x="-597960" y="339156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 rot="7936800">
              <a:off x="-848160" y="365436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 rot="-1978200">
              <a:off x="-435600" y="-224640"/>
              <a:ext cx="1614240" cy="1245600"/>
            </a:xfrm>
            <a:custGeom>
              <a:avLst/>
              <a:gdLst/>
              <a:ahLst/>
              <a:cxnLst/>
              <a:rect l="l" t="t" r="r" b="b"/>
              <a:pathLst>
                <a:path w="2768" h="2136" extrusionOk="0">
                  <a:moveTo>
                    <a:pt x="1275" y="1"/>
                  </a:moveTo>
                  <a:cubicBezTo>
                    <a:pt x="954" y="1"/>
                    <a:pt x="635" y="116"/>
                    <a:pt x="411" y="340"/>
                  </a:cubicBezTo>
                  <a:cubicBezTo>
                    <a:pt x="103" y="633"/>
                    <a:pt x="1" y="1146"/>
                    <a:pt x="191" y="1512"/>
                  </a:cubicBezTo>
                  <a:cubicBezTo>
                    <a:pt x="323" y="1746"/>
                    <a:pt x="557" y="1907"/>
                    <a:pt x="806" y="2009"/>
                  </a:cubicBezTo>
                  <a:cubicBezTo>
                    <a:pt x="1011" y="2089"/>
                    <a:pt x="1235" y="2135"/>
                    <a:pt x="1455" y="2135"/>
                  </a:cubicBezTo>
                  <a:cubicBezTo>
                    <a:pt x="1723" y="2135"/>
                    <a:pt x="1987" y="2067"/>
                    <a:pt x="2211" y="1907"/>
                  </a:cubicBezTo>
                  <a:cubicBezTo>
                    <a:pt x="2607" y="1614"/>
                    <a:pt x="2768" y="1014"/>
                    <a:pt x="2504" y="604"/>
                  </a:cubicBezTo>
                  <a:lnTo>
                    <a:pt x="2504" y="604"/>
                  </a:lnTo>
                  <a:lnTo>
                    <a:pt x="2665" y="765"/>
                  </a:lnTo>
                  <a:cubicBezTo>
                    <a:pt x="2402" y="414"/>
                    <a:pt x="2036" y="136"/>
                    <a:pt x="1626" y="48"/>
                  </a:cubicBezTo>
                  <a:cubicBezTo>
                    <a:pt x="1512" y="16"/>
                    <a:pt x="1393" y="1"/>
                    <a:pt x="1275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 rot="-1978200">
              <a:off x="-570240" y="-421560"/>
              <a:ext cx="1614240" cy="1245600"/>
            </a:xfrm>
            <a:custGeom>
              <a:avLst/>
              <a:gdLst/>
              <a:ahLst/>
              <a:cxnLst/>
              <a:rect l="l" t="t" r="r" b="b"/>
              <a:pathLst>
                <a:path w="2768" h="2136" extrusionOk="0">
                  <a:moveTo>
                    <a:pt x="1275" y="1"/>
                  </a:moveTo>
                  <a:cubicBezTo>
                    <a:pt x="954" y="1"/>
                    <a:pt x="635" y="116"/>
                    <a:pt x="411" y="340"/>
                  </a:cubicBezTo>
                  <a:cubicBezTo>
                    <a:pt x="103" y="633"/>
                    <a:pt x="1" y="1146"/>
                    <a:pt x="191" y="1512"/>
                  </a:cubicBezTo>
                  <a:cubicBezTo>
                    <a:pt x="323" y="1746"/>
                    <a:pt x="557" y="1907"/>
                    <a:pt x="806" y="2009"/>
                  </a:cubicBezTo>
                  <a:cubicBezTo>
                    <a:pt x="1011" y="2089"/>
                    <a:pt x="1235" y="2135"/>
                    <a:pt x="1455" y="2135"/>
                  </a:cubicBezTo>
                  <a:cubicBezTo>
                    <a:pt x="1723" y="2135"/>
                    <a:pt x="1987" y="2067"/>
                    <a:pt x="2211" y="1907"/>
                  </a:cubicBezTo>
                  <a:cubicBezTo>
                    <a:pt x="2607" y="1614"/>
                    <a:pt x="2768" y="1014"/>
                    <a:pt x="2504" y="604"/>
                  </a:cubicBezTo>
                  <a:lnTo>
                    <a:pt x="2504" y="604"/>
                  </a:lnTo>
                  <a:lnTo>
                    <a:pt x="2665" y="765"/>
                  </a:lnTo>
                  <a:cubicBezTo>
                    <a:pt x="2402" y="414"/>
                    <a:pt x="2036" y="136"/>
                    <a:pt x="1626" y="48"/>
                  </a:cubicBezTo>
                  <a:cubicBezTo>
                    <a:pt x="1512" y="16"/>
                    <a:pt x="1393" y="1"/>
                    <a:pt x="1275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 rot="-1978200">
              <a:off x="-734760" y="-586080"/>
              <a:ext cx="1614240" cy="1245600"/>
            </a:xfrm>
            <a:custGeom>
              <a:avLst/>
              <a:gdLst/>
              <a:ahLst/>
              <a:cxnLst/>
              <a:rect l="l" t="t" r="r" b="b"/>
              <a:pathLst>
                <a:path w="2768" h="2136" extrusionOk="0">
                  <a:moveTo>
                    <a:pt x="1275" y="1"/>
                  </a:moveTo>
                  <a:cubicBezTo>
                    <a:pt x="954" y="1"/>
                    <a:pt x="635" y="116"/>
                    <a:pt x="411" y="340"/>
                  </a:cubicBezTo>
                  <a:cubicBezTo>
                    <a:pt x="103" y="633"/>
                    <a:pt x="1" y="1146"/>
                    <a:pt x="191" y="1512"/>
                  </a:cubicBezTo>
                  <a:cubicBezTo>
                    <a:pt x="323" y="1746"/>
                    <a:pt x="557" y="1907"/>
                    <a:pt x="806" y="2009"/>
                  </a:cubicBezTo>
                  <a:cubicBezTo>
                    <a:pt x="1011" y="2089"/>
                    <a:pt x="1235" y="2135"/>
                    <a:pt x="1455" y="2135"/>
                  </a:cubicBezTo>
                  <a:cubicBezTo>
                    <a:pt x="1723" y="2135"/>
                    <a:pt x="1987" y="2067"/>
                    <a:pt x="2211" y="1907"/>
                  </a:cubicBezTo>
                  <a:cubicBezTo>
                    <a:pt x="2607" y="1614"/>
                    <a:pt x="2768" y="1014"/>
                    <a:pt x="2504" y="604"/>
                  </a:cubicBezTo>
                  <a:lnTo>
                    <a:pt x="2504" y="604"/>
                  </a:lnTo>
                  <a:lnTo>
                    <a:pt x="2665" y="765"/>
                  </a:lnTo>
                  <a:cubicBezTo>
                    <a:pt x="2402" y="414"/>
                    <a:pt x="2036" y="136"/>
                    <a:pt x="1626" y="48"/>
                  </a:cubicBezTo>
                  <a:cubicBezTo>
                    <a:pt x="1512" y="16"/>
                    <a:pt x="1393" y="1"/>
                    <a:pt x="127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7_1_1">
  <p:cSld name="CUSTOM_7_1_1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9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19"/>
          <p:cNvGrpSpPr/>
          <p:nvPr/>
        </p:nvGrpSpPr>
        <p:grpSpPr>
          <a:xfrm>
            <a:off x="-45360" y="-136080"/>
            <a:ext cx="9349200" cy="5279400"/>
            <a:chOff x="-45360" y="-136080"/>
            <a:chExt cx="9349200" cy="5279400"/>
          </a:xfrm>
        </p:grpSpPr>
        <p:sp>
          <p:nvSpPr>
            <p:cNvPr id="242" name="Google Shape;242;p19"/>
            <p:cNvSpPr/>
            <p:nvPr/>
          </p:nvSpPr>
          <p:spPr>
            <a:xfrm>
              <a:off x="-45360" y="342360"/>
              <a:ext cx="9349200" cy="4800960"/>
            </a:xfrm>
            <a:custGeom>
              <a:avLst/>
              <a:gdLst/>
              <a:ahLst/>
              <a:cxnLst/>
              <a:rect l="l" t="t" r="r" b="b"/>
              <a:pathLst>
                <a:path w="373988" h="192051" extrusionOk="0">
                  <a:moveTo>
                    <a:pt x="264110" y="0"/>
                  </a:moveTo>
                  <a:lnTo>
                    <a:pt x="146720" y="91571"/>
                  </a:lnTo>
                  <a:lnTo>
                    <a:pt x="0" y="190060"/>
                  </a:lnTo>
                  <a:lnTo>
                    <a:pt x="373486" y="192051"/>
                  </a:lnTo>
                  <a:lnTo>
                    <a:pt x="373988" y="94834"/>
                  </a:lnTo>
                  <a:lnTo>
                    <a:pt x="279845" y="38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EBE0D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43" name="Google Shape;243;p19"/>
            <p:cNvGrpSpPr/>
            <p:nvPr/>
          </p:nvGrpSpPr>
          <p:grpSpPr>
            <a:xfrm>
              <a:off x="6551640" y="-136080"/>
              <a:ext cx="412200" cy="500760"/>
              <a:chOff x="6551640" y="-136080"/>
              <a:chExt cx="412200" cy="500760"/>
            </a:xfrm>
          </p:grpSpPr>
          <p:sp>
            <p:nvSpPr>
              <p:cNvPr id="244" name="Google Shape;244;p19"/>
              <p:cNvSpPr/>
              <p:nvPr/>
            </p:nvSpPr>
            <p:spPr>
              <a:xfrm flipH="1">
                <a:off x="6551640" y="139320"/>
                <a:ext cx="412200" cy="225360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5111" extrusionOk="0">
                    <a:moveTo>
                      <a:pt x="3631" y="1"/>
                    </a:moveTo>
                    <a:lnTo>
                      <a:pt x="3631" y="1172"/>
                    </a:lnTo>
                    <a:lnTo>
                      <a:pt x="0" y="5110"/>
                    </a:lnTo>
                    <a:lnTo>
                      <a:pt x="9340" y="4686"/>
                    </a:lnTo>
                    <a:lnTo>
                      <a:pt x="4670" y="1172"/>
                    </a:lnTo>
                    <a:lnTo>
                      <a:pt x="4670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 flipH="1">
                <a:off x="6783840" y="-136080"/>
                <a:ext cx="1080" cy="276480"/>
              </a:xfrm>
              <a:custGeom>
                <a:avLst/>
                <a:gdLst/>
                <a:ahLst/>
                <a:cxnLst/>
                <a:rect l="l" t="t" r="r" b="b"/>
                <a:pathLst>
                  <a:path w="30" h="6267" extrusionOk="0">
                    <a:moveTo>
                      <a:pt x="15" y="0"/>
                    </a:moveTo>
                    <a:cubicBezTo>
                      <a:pt x="0" y="0"/>
                      <a:pt x="0" y="1391"/>
                      <a:pt x="0" y="3133"/>
                    </a:cubicBezTo>
                    <a:cubicBezTo>
                      <a:pt x="0" y="4875"/>
                      <a:pt x="0" y="6266"/>
                      <a:pt x="15" y="6266"/>
                    </a:cubicBezTo>
                    <a:cubicBezTo>
                      <a:pt x="29" y="6266"/>
                      <a:pt x="29" y="4846"/>
                      <a:pt x="29" y="3133"/>
                    </a:cubicBezTo>
                    <a:cubicBezTo>
                      <a:pt x="29" y="1391"/>
                      <a:pt x="29" y="0"/>
                      <a:pt x="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1325520" y="1825560"/>
            <a:ext cx="259668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247" name="Google Shape;247;p19"/>
          <p:cNvGrpSpPr/>
          <p:nvPr/>
        </p:nvGrpSpPr>
        <p:grpSpPr>
          <a:xfrm>
            <a:off x="-1915184" y="-1293113"/>
            <a:ext cx="12840277" cy="8701669"/>
            <a:chOff x="-1915184" y="-1293113"/>
            <a:chExt cx="12840277" cy="8701669"/>
          </a:xfrm>
        </p:grpSpPr>
        <p:sp>
          <p:nvSpPr>
            <p:cNvPr id="248" name="Google Shape;248;p19"/>
            <p:cNvSpPr/>
            <p:nvPr/>
          </p:nvSpPr>
          <p:spPr>
            <a:xfrm rot="5323800">
              <a:off x="734040" y="-167184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 rot="5323800">
              <a:off x="401400" y="-187020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 rot="5323800">
              <a:off x="114480" y="-202536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19"/>
            <p:cNvSpPr/>
            <p:nvPr/>
          </p:nvSpPr>
          <p:spPr>
            <a:xfrm rot="-7936800" flipH="1">
              <a:off x="7531920" y="310356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 rot="-7936800" flipH="1">
              <a:off x="7395480" y="285840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 rot="-7936800" flipH="1">
              <a:off x="7218720" y="261324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 rot="5323800">
              <a:off x="-229320" y="-226944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 rot="5323800">
              <a:off x="-610920" y="-2531160"/>
              <a:ext cx="1735560" cy="4306680"/>
            </a:xfrm>
            <a:custGeom>
              <a:avLst/>
              <a:gdLst/>
              <a:ahLst/>
              <a:cxnLst/>
              <a:rect l="l" t="t" r="r" b="b"/>
              <a:pathLst>
                <a:path w="3529" h="8756" extrusionOk="0">
                  <a:moveTo>
                    <a:pt x="601" y="1"/>
                  </a:moveTo>
                  <a:lnTo>
                    <a:pt x="572" y="235"/>
                  </a:lnTo>
                  <a:cubicBezTo>
                    <a:pt x="308" y="323"/>
                    <a:pt x="425" y="1245"/>
                    <a:pt x="440" y="2650"/>
                  </a:cubicBezTo>
                  <a:cubicBezTo>
                    <a:pt x="440" y="3353"/>
                    <a:pt x="425" y="4188"/>
                    <a:pt x="308" y="5095"/>
                  </a:cubicBezTo>
                  <a:cubicBezTo>
                    <a:pt x="264" y="5549"/>
                    <a:pt x="191" y="6017"/>
                    <a:pt x="74" y="6530"/>
                  </a:cubicBezTo>
                  <a:cubicBezTo>
                    <a:pt x="59" y="6676"/>
                    <a:pt x="15" y="6837"/>
                    <a:pt x="1" y="7072"/>
                  </a:cubicBezTo>
                  <a:cubicBezTo>
                    <a:pt x="1" y="7189"/>
                    <a:pt x="1" y="7320"/>
                    <a:pt x="15" y="7438"/>
                  </a:cubicBezTo>
                  <a:cubicBezTo>
                    <a:pt x="45" y="7584"/>
                    <a:pt x="89" y="7730"/>
                    <a:pt x="147" y="7862"/>
                  </a:cubicBezTo>
                  <a:cubicBezTo>
                    <a:pt x="279" y="8140"/>
                    <a:pt x="484" y="8418"/>
                    <a:pt x="850" y="8609"/>
                  </a:cubicBezTo>
                  <a:cubicBezTo>
                    <a:pt x="1026" y="8711"/>
                    <a:pt x="1245" y="8755"/>
                    <a:pt x="1465" y="8755"/>
                  </a:cubicBezTo>
                  <a:cubicBezTo>
                    <a:pt x="1684" y="8755"/>
                    <a:pt x="1875" y="8711"/>
                    <a:pt x="2036" y="8653"/>
                  </a:cubicBezTo>
                  <a:cubicBezTo>
                    <a:pt x="2358" y="8506"/>
                    <a:pt x="2548" y="8316"/>
                    <a:pt x="2694" y="8155"/>
                  </a:cubicBezTo>
                  <a:cubicBezTo>
                    <a:pt x="2724" y="8126"/>
                    <a:pt x="2768" y="8067"/>
                    <a:pt x="2797" y="8023"/>
                  </a:cubicBezTo>
                  <a:lnTo>
                    <a:pt x="2899" y="7906"/>
                  </a:lnTo>
                  <a:cubicBezTo>
                    <a:pt x="2943" y="7833"/>
                    <a:pt x="3002" y="7730"/>
                    <a:pt x="3046" y="7642"/>
                  </a:cubicBezTo>
                  <a:cubicBezTo>
                    <a:pt x="3221" y="7320"/>
                    <a:pt x="3339" y="6954"/>
                    <a:pt x="3412" y="6618"/>
                  </a:cubicBezTo>
                  <a:cubicBezTo>
                    <a:pt x="3529" y="5944"/>
                    <a:pt x="3456" y="5300"/>
                    <a:pt x="3309" y="4729"/>
                  </a:cubicBezTo>
                  <a:cubicBezTo>
                    <a:pt x="3163" y="4188"/>
                    <a:pt x="2943" y="3704"/>
                    <a:pt x="2724" y="3309"/>
                  </a:cubicBezTo>
                  <a:cubicBezTo>
                    <a:pt x="2504" y="2899"/>
                    <a:pt x="2285" y="2548"/>
                    <a:pt x="2109" y="2240"/>
                  </a:cubicBezTo>
                  <a:cubicBezTo>
                    <a:pt x="1728" y="1626"/>
                    <a:pt x="1435" y="1143"/>
                    <a:pt x="1245" y="806"/>
                  </a:cubicBezTo>
                  <a:cubicBezTo>
                    <a:pt x="1040" y="454"/>
                    <a:pt x="733" y="1"/>
                    <a:pt x="6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 rot="-7936800" flipH="1">
              <a:off x="7794720" y="339156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 rot="-7936800" flipH="1">
              <a:off x="8044920" y="3654360"/>
              <a:ext cx="1812960" cy="36867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8" name="Google Shape;258;p19"/>
            <p:cNvSpPr/>
            <p:nvPr/>
          </p:nvSpPr>
          <p:spPr>
            <a:xfrm rot="1978200" flipH="1">
              <a:off x="7830720" y="-224640"/>
              <a:ext cx="1614240" cy="1245600"/>
            </a:xfrm>
            <a:custGeom>
              <a:avLst/>
              <a:gdLst/>
              <a:ahLst/>
              <a:cxnLst/>
              <a:rect l="l" t="t" r="r" b="b"/>
              <a:pathLst>
                <a:path w="2768" h="2136" extrusionOk="0">
                  <a:moveTo>
                    <a:pt x="1275" y="1"/>
                  </a:moveTo>
                  <a:cubicBezTo>
                    <a:pt x="954" y="1"/>
                    <a:pt x="635" y="116"/>
                    <a:pt x="411" y="340"/>
                  </a:cubicBezTo>
                  <a:cubicBezTo>
                    <a:pt x="103" y="633"/>
                    <a:pt x="1" y="1146"/>
                    <a:pt x="191" y="1512"/>
                  </a:cubicBezTo>
                  <a:cubicBezTo>
                    <a:pt x="323" y="1746"/>
                    <a:pt x="557" y="1907"/>
                    <a:pt x="806" y="2009"/>
                  </a:cubicBezTo>
                  <a:cubicBezTo>
                    <a:pt x="1011" y="2089"/>
                    <a:pt x="1235" y="2135"/>
                    <a:pt x="1455" y="2135"/>
                  </a:cubicBezTo>
                  <a:cubicBezTo>
                    <a:pt x="1723" y="2135"/>
                    <a:pt x="1987" y="2067"/>
                    <a:pt x="2211" y="1907"/>
                  </a:cubicBezTo>
                  <a:cubicBezTo>
                    <a:pt x="2607" y="1614"/>
                    <a:pt x="2768" y="1014"/>
                    <a:pt x="2504" y="604"/>
                  </a:cubicBezTo>
                  <a:lnTo>
                    <a:pt x="2504" y="604"/>
                  </a:lnTo>
                  <a:lnTo>
                    <a:pt x="2665" y="765"/>
                  </a:lnTo>
                  <a:cubicBezTo>
                    <a:pt x="2402" y="414"/>
                    <a:pt x="2036" y="136"/>
                    <a:pt x="1626" y="48"/>
                  </a:cubicBezTo>
                  <a:cubicBezTo>
                    <a:pt x="1512" y="16"/>
                    <a:pt x="1393" y="1"/>
                    <a:pt x="1275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 rot="1978200" flipH="1">
              <a:off x="7965000" y="-421560"/>
              <a:ext cx="1614240" cy="1245600"/>
            </a:xfrm>
            <a:custGeom>
              <a:avLst/>
              <a:gdLst/>
              <a:ahLst/>
              <a:cxnLst/>
              <a:rect l="l" t="t" r="r" b="b"/>
              <a:pathLst>
                <a:path w="2768" h="2136" extrusionOk="0">
                  <a:moveTo>
                    <a:pt x="1275" y="1"/>
                  </a:moveTo>
                  <a:cubicBezTo>
                    <a:pt x="954" y="1"/>
                    <a:pt x="635" y="116"/>
                    <a:pt x="411" y="340"/>
                  </a:cubicBezTo>
                  <a:cubicBezTo>
                    <a:pt x="103" y="633"/>
                    <a:pt x="1" y="1146"/>
                    <a:pt x="191" y="1512"/>
                  </a:cubicBezTo>
                  <a:cubicBezTo>
                    <a:pt x="323" y="1746"/>
                    <a:pt x="557" y="1907"/>
                    <a:pt x="806" y="2009"/>
                  </a:cubicBezTo>
                  <a:cubicBezTo>
                    <a:pt x="1011" y="2089"/>
                    <a:pt x="1235" y="2135"/>
                    <a:pt x="1455" y="2135"/>
                  </a:cubicBezTo>
                  <a:cubicBezTo>
                    <a:pt x="1723" y="2135"/>
                    <a:pt x="1987" y="2067"/>
                    <a:pt x="2211" y="1907"/>
                  </a:cubicBezTo>
                  <a:cubicBezTo>
                    <a:pt x="2607" y="1614"/>
                    <a:pt x="2768" y="1014"/>
                    <a:pt x="2504" y="604"/>
                  </a:cubicBezTo>
                  <a:lnTo>
                    <a:pt x="2504" y="604"/>
                  </a:lnTo>
                  <a:lnTo>
                    <a:pt x="2665" y="765"/>
                  </a:lnTo>
                  <a:cubicBezTo>
                    <a:pt x="2402" y="414"/>
                    <a:pt x="2036" y="136"/>
                    <a:pt x="1626" y="48"/>
                  </a:cubicBezTo>
                  <a:cubicBezTo>
                    <a:pt x="1512" y="16"/>
                    <a:pt x="1393" y="1"/>
                    <a:pt x="1275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1978200" flipH="1">
              <a:off x="8129520" y="-586080"/>
              <a:ext cx="1614240" cy="1245600"/>
            </a:xfrm>
            <a:custGeom>
              <a:avLst/>
              <a:gdLst/>
              <a:ahLst/>
              <a:cxnLst/>
              <a:rect l="l" t="t" r="r" b="b"/>
              <a:pathLst>
                <a:path w="2768" h="2136" extrusionOk="0">
                  <a:moveTo>
                    <a:pt x="1275" y="1"/>
                  </a:moveTo>
                  <a:cubicBezTo>
                    <a:pt x="954" y="1"/>
                    <a:pt x="635" y="116"/>
                    <a:pt x="411" y="340"/>
                  </a:cubicBezTo>
                  <a:cubicBezTo>
                    <a:pt x="103" y="633"/>
                    <a:pt x="1" y="1146"/>
                    <a:pt x="191" y="1512"/>
                  </a:cubicBezTo>
                  <a:cubicBezTo>
                    <a:pt x="323" y="1746"/>
                    <a:pt x="557" y="1907"/>
                    <a:pt x="806" y="2009"/>
                  </a:cubicBezTo>
                  <a:cubicBezTo>
                    <a:pt x="1011" y="2089"/>
                    <a:pt x="1235" y="2135"/>
                    <a:pt x="1455" y="2135"/>
                  </a:cubicBezTo>
                  <a:cubicBezTo>
                    <a:pt x="1723" y="2135"/>
                    <a:pt x="1987" y="2067"/>
                    <a:pt x="2211" y="1907"/>
                  </a:cubicBezTo>
                  <a:cubicBezTo>
                    <a:pt x="2607" y="1614"/>
                    <a:pt x="2768" y="1014"/>
                    <a:pt x="2504" y="604"/>
                  </a:cubicBezTo>
                  <a:lnTo>
                    <a:pt x="2504" y="604"/>
                  </a:lnTo>
                  <a:lnTo>
                    <a:pt x="2665" y="765"/>
                  </a:lnTo>
                  <a:cubicBezTo>
                    <a:pt x="2402" y="414"/>
                    <a:pt x="2036" y="136"/>
                    <a:pt x="1626" y="48"/>
                  </a:cubicBezTo>
                  <a:cubicBezTo>
                    <a:pt x="1512" y="16"/>
                    <a:pt x="1393" y="1"/>
                    <a:pt x="127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8">
  <p:cSld name="CUSTOM_8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0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224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title" idx="2"/>
          </p:nvPr>
        </p:nvSpPr>
        <p:spPr>
          <a:xfrm>
            <a:off x="747720" y="2097000"/>
            <a:ext cx="204300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65" name="Google Shape;265;p20"/>
          <p:cNvSpPr/>
          <p:nvPr/>
        </p:nvSpPr>
        <p:spPr>
          <a:xfrm rot="7936800">
            <a:off x="7881120" y="-11923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6" name="Google Shape;266;p20"/>
          <p:cNvSpPr/>
          <p:nvPr/>
        </p:nvSpPr>
        <p:spPr>
          <a:xfrm rot="7936800">
            <a:off x="8009280" y="-142272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7" name="Google Shape;267;p20"/>
          <p:cNvSpPr/>
          <p:nvPr/>
        </p:nvSpPr>
        <p:spPr>
          <a:xfrm rot="7936800">
            <a:off x="8175240" y="-1652760"/>
            <a:ext cx="1702080" cy="3461400"/>
          </a:xfrm>
          <a:custGeom>
            <a:avLst/>
            <a:gdLst/>
            <a:ahLst/>
            <a:cxnLst/>
            <a:rect l="l" t="t" r="r" b="b"/>
            <a:pathLst>
              <a:path w="9912" h="20155" extrusionOk="0">
                <a:moveTo>
                  <a:pt x="4109" y="1"/>
                </a:moveTo>
                <a:cubicBezTo>
                  <a:pt x="4004" y="1"/>
                  <a:pt x="3898" y="12"/>
                  <a:pt x="3792" y="35"/>
                </a:cubicBezTo>
                <a:cubicBezTo>
                  <a:pt x="2841" y="254"/>
                  <a:pt x="2343" y="1294"/>
                  <a:pt x="2006" y="2216"/>
                </a:cubicBezTo>
                <a:cubicBezTo>
                  <a:pt x="1758" y="2816"/>
                  <a:pt x="1538" y="3416"/>
                  <a:pt x="1304" y="4031"/>
                </a:cubicBezTo>
                <a:cubicBezTo>
                  <a:pt x="660" y="5715"/>
                  <a:pt x="1" y="7515"/>
                  <a:pt x="440" y="9272"/>
                </a:cubicBezTo>
                <a:cubicBezTo>
                  <a:pt x="791" y="10692"/>
                  <a:pt x="1787" y="11834"/>
                  <a:pt x="2621" y="13034"/>
                </a:cubicBezTo>
                <a:cubicBezTo>
                  <a:pt x="2782" y="13254"/>
                  <a:pt x="2929" y="13503"/>
                  <a:pt x="2914" y="13781"/>
                </a:cubicBezTo>
                <a:cubicBezTo>
                  <a:pt x="2885" y="14206"/>
                  <a:pt x="2446" y="14469"/>
                  <a:pt x="2021" y="14572"/>
                </a:cubicBezTo>
                <a:cubicBezTo>
                  <a:pt x="1597" y="14659"/>
                  <a:pt x="1157" y="14659"/>
                  <a:pt x="791" y="14879"/>
                </a:cubicBezTo>
                <a:cubicBezTo>
                  <a:pt x="352" y="15157"/>
                  <a:pt x="147" y="15699"/>
                  <a:pt x="191" y="16211"/>
                </a:cubicBezTo>
                <a:cubicBezTo>
                  <a:pt x="220" y="16724"/>
                  <a:pt x="469" y="17207"/>
                  <a:pt x="777" y="17617"/>
                </a:cubicBezTo>
                <a:cubicBezTo>
                  <a:pt x="777" y="17661"/>
                  <a:pt x="2138" y="19359"/>
                  <a:pt x="3690" y="19886"/>
                </a:cubicBezTo>
                <a:cubicBezTo>
                  <a:pt x="4186" y="20060"/>
                  <a:pt x="4718" y="20154"/>
                  <a:pt x="5244" y="20154"/>
                </a:cubicBezTo>
                <a:cubicBezTo>
                  <a:pt x="6177" y="20154"/>
                  <a:pt x="7090" y="19857"/>
                  <a:pt x="7745" y="19183"/>
                </a:cubicBezTo>
                <a:cubicBezTo>
                  <a:pt x="8770" y="18114"/>
                  <a:pt x="9033" y="16402"/>
                  <a:pt x="8345" y="15099"/>
                </a:cubicBezTo>
                <a:cubicBezTo>
                  <a:pt x="8023" y="14454"/>
                  <a:pt x="7496" y="13869"/>
                  <a:pt x="7511" y="13152"/>
                </a:cubicBezTo>
                <a:cubicBezTo>
                  <a:pt x="7526" y="12771"/>
                  <a:pt x="7716" y="12420"/>
                  <a:pt x="7935" y="12098"/>
                </a:cubicBezTo>
                <a:cubicBezTo>
                  <a:pt x="8345" y="11468"/>
                  <a:pt x="8902" y="10956"/>
                  <a:pt x="9282" y="10326"/>
                </a:cubicBezTo>
                <a:cubicBezTo>
                  <a:pt x="9663" y="9682"/>
                  <a:pt x="9912" y="8877"/>
                  <a:pt x="9590" y="8203"/>
                </a:cubicBezTo>
                <a:cubicBezTo>
                  <a:pt x="9004" y="6857"/>
                  <a:pt x="6925" y="6813"/>
                  <a:pt x="6296" y="5510"/>
                </a:cubicBezTo>
                <a:cubicBezTo>
                  <a:pt x="6003" y="4880"/>
                  <a:pt x="6120" y="4178"/>
                  <a:pt x="6193" y="3489"/>
                </a:cubicBezTo>
                <a:cubicBezTo>
                  <a:pt x="6267" y="2670"/>
                  <a:pt x="6223" y="1806"/>
                  <a:pt x="5827" y="1103"/>
                </a:cubicBezTo>
                <a:cubicBezTo>
                  <a:pt x="5471" y="480"/>
                  <a:pt x="4806" y="1"/>
                  <a:pt x="4109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8" name="Google Shape;268;p20"/>
          <p:cNvSpPr/>
          <p:nvPr/>
        </p:nvSpPr>
        <p:spPr>
          <a:xfrm rot="6124800">
            <a:off x="-467280" y="410364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9" name="Google Shape;269;p20"/>
          <p:cNvSpPr/>
          <p:nvPr/>
        </p:nvSpPr>
        <p:spPr>
          <a:xfrm rot="6124800">
            <a:off x="-620640" y="423792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0" name="Google Shape;270;p20"/>
          <p:cNvSpPr/>
          <p:nvPr/>
        </p:nvSpPr>
        <p:spPr>
          <a:xfrm rot="6124800">
            <a:off x="-780840" y="4417200"/>
            <a:ext cx="1573920" cy="1684800"/>
          </a:xfrm>
          <a:custGeom>
            <a:avLst/>
            <a:gdLst/>
            <a:ahLst/>
            <a:cxnLst/>
            <a:rect l="l" t="t" r="r" b="b"/>
            <a:pathLst>
              <a:path w="5233" h="5601" extrusionOk="0">
                <a:moveTo>
                  <a:pt x="3690" y="0"/>
                </a:moveTo>
                <a:lnTo>
                  <a:pt x="3675" y="74"/>
                </a:lnTo>
                <a:cubicBezTo>
                  <a:pt x="3713" y="98"/>
                  <a:pt x="3750" y="123"/>
                  <a:pt x="3786" y="149"/>
                </a:cubicBezTo>
                <a:lnTo>
                  <a:pt x="3786" y="149"/>
                </a:lnTo>
                <a:cubicBezTo>
                  <a:pt x="3767" y="93"/>
                  <a:pt x="3736" y="43"/>
                  <a:pt x="3690" y="0"/>
                </a:cubicBezTo>
                <a:close/>
                <a:moveTo>
                  <a:pt x="3786" y="149"/>
                </a:moveTo>
                <a:cubicBezTo>
                  <a:pt x="3844" y="323"/>
                  <a:pt x="3776" y="540"/>
                  <a:pt x="3631" y="674"/>
                </a:cubicBezTo>
                <a:cubicBezTo>
                  <a:pt x="3456" y="864"/>
                  <a:pt x="3192" y="908"/>
                  <a:pt x="2943" y="937"/>
                </a:cubicBezTo>
                <a:cubicBezTo>
                  <a:pt x="2680" y="952"/>
                  <a:pt x="2446" y="937"/>
                  <a:pt x="2197" y="1011"/>
                </a:cubicBezTo>
                <a:cubicBezTo>
                  <a:pt x="1494" y="1186"/>
                  <a:pt x="1055" y="2050"/>
                  <a:pt x="1348" y="2709"/>
                </a:cubicBezTo>
                <a:cubicBezTo>
                  <a:pt x="1307" y="2704"/>
                  <a:pt x="1266" y="2701"/>
                  <a:pt x="1226" y="2701"/>
                </a:cubicBezTo>
                <a:cubicBezTo>
                  <a:pt x="689" y="2701"/>
                  <a:pt x="212" y="3144"/>
                  <a:pt x="103" y="3675"/>
                </a:cubicBezTo>
                <a:cubicBezTo>
                  <a:pt x="1" y="4246"/>
                  <a:pt x="264" y="4846"/>
                  <a:pt x="747" y="5197"/>
                </a:cubicBezTo>
                <a:cubicBezTo>
                  <a:pt x="1110" y="5479"/>
                  <a:pt x="1586" y="5600"/>
                  <a:pt x="2046" y="5600"/>
                </a:cubicBezTo>
                <a:cubicBezTo>
                  <a:pt x="2162" y="5600"/>
                  <a:pt x="2276" y="5593"/>
                  <a:pt x="2387" y="5578"/>
                </a:cubicBezTo>
                <a:cubicBezTo>
                  <a:pt x="3617" y="5432"/>
                  <a:pt x="4700" y="4465"/>
                  <a:pt x="4978" y="3265"/>
                </a:cubicBezTo>
                <a:cubicBezTo>
                  <a:pt x="5232" y="2123"/>
                  <a:pt x="4739" y="831"/>
                  <a:pt x="3786" y="149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8_1">
  <p:cSld name="CUSTOM_8_1"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1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224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4" name="Google Shape;274;p21"/>
          <p:cNvSpPr txBox="1">
            <a:spLocks noGrp="1"/>
          </p:cNvSpPr>
          <p:nvPr>
            <p:ph type="title" idx="2"/>
          </p:nvPr>
        </p:nvSpPr>
        <p:spPr>
          <a:xfrm>
            <a:off x="747720" y="1904040"/>
            <a:ext cx="204300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5" name="Google Shape;275;p21"/>
          <p:cNvSpPr txBox="1">
            <a:spLocks noGrp="1"/>
          </p:cNvSpPr>
          <p:nvPr>
            <p:ph type="title" idx="3"/>
          </p:nvPr>
        </p:nvSpPr>
        <p:spPr>
          <a:xfrm>
            <a:off x="5120640" y="1904040"/>
            <a:ext cx="2043000" cy="5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-210960" y="-9000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-376200" y="-26784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-560160" y="-45180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9" name="Google Shape;279;p21"/>
          <p:cNvSpPr/>
          <p:nvPr/>
        </p:nvSpPr>
        <p:spPr>
          <a:xfrm rot="10800000">
            <a:off x="6568200" y="307764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0" name="Google Shape;280;p21"/>
          <p:cNvSpPr/>
          <p:nvPr/>
        </p:nvSpPr>
        <p:spPr>
          <a:xfrm rot="10800000">
            <a:off x="6733440" y="325548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1" name="Google Shape;281;p21"/>
          <p:cNvSpPr/>
          <p:nvPr/>
        </p:nvSpPr>
        <p:spPr>
          <a:xfrm rot="10800000">
            <a:off x="6917400" y="343944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10">
  <p:cSld name="CUSTOM_10"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 rot="-1577400">
            <a:off x="-770760" y="34639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5" name="Google Shape;285;p22"/>
          <p:cNvSpPr/>
          <p:nvPr/>
        </p:nvSpPr>
        <p:spPr>
          <a:xfrm rot="-1577400">
            <a:off x="-902160" y="362952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6" name="Google Shape;286;p22"/>
          <p:cNvSpPr/>
          <p:nvPr/>
        </p:nvSpPr>
        <p:spPr>
          <a:xfrm rot="-1577400">
            <a:off x="-1048320" y="381348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7" name="Google Shape;287;p22"/>
          <p:cNvSpPr/>
          <p:nvPr/>
        </p:nvSpPr>
        <p:spPr>
          <a:xfrm rot="9222600">
            <a:off x="7437960" y="-7970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8" name="Google Shape;288;p22"/>
          <p:cNvSpPr/>
          <p:nvPr/>
        </p:nvSpPr>
        <p:spPr>
          <a:xfrm rot="9222600">
            <a:off x="7569360" y="-96228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9" name="Google Shape;289;p22"/>
          <p:cNvSpPr/>
          <p:nvPr/>
        </p:nvSpPr>
        <p:spPr>
          <a:xfrm rot="9222600">
            <a:off x="7715160" y="-114624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0" name="Google Shape;290;p22"/>
          <p:cNvSpPr/>
          <p:nvPr/>
        </p:nvSpPr>
        <p:spPr>
          <a:xfrm rot="-1978200">
            <a:off x="-449280" y="-2919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1" name="Google Shape;291;p22"/>
          <p:cNvSpPr/>
          <p:nvPr/>
        </p:nvSpPr>
        <p:spPr>
          <a:xfrm rot="-1978200">
            <a:off x="-563760" y="-4597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2" name="Google Shape;292;p22"/>
          <p:cNvSpPr/>
          <p:nvPr/>
        </p:nvSpPr>
        <p:spPr>
          <a:xfrm rot="-1978200">
            <a:off x="-703440" y="-59940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3" name="Google Shape;293;p22"/>
          <p:cNvSpPr/>
          <p:nvPr/>
        </p:nvSpPr>
        <p:spPr>
          <a:xfrm rot="8821800">
            <a:off x="7973640" y="42843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4" name="Google Shape;294;p22"/>
          <p:cNvSpPr/>
          <p:nvPr/>
        </p:nvSpPr>
        <p:spPr>
          <a:xfrm rot="8821800">
            <a:off x="8088120" y="44517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5" name="Google Shape;295;p22"/>
          <p:cNvSpPr/>
          <p:nvPr/>
        </p:nvSpPr>
        <p:spPr>
          <a:xfrm rot="8821800">
            <a:off x="8227800" y="459144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10_1">
  <p:cSld name="CUSTOM_10_1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3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/>
          <p:nvPr/>
        </p:nvSpPr>
        <p:spPr>
          <a:xfrm>
            <a:off x="-421200" y="-16632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-612000" y="-32364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-799200" y="-42696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1" name="Google Shape;301;p23"/>
          <p:cNvSpPr/>
          <p:nvPr/>
        </p:nvSpPr>
        <p:spPr>
          <a:xfrm flipH="1">
            <a:off x="7517160" y="-19836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2" name="Google Shape;302;p23"/>
          <p:cNvSpPr/>
          <p:nvPr/>
        </p:nvSpPr>
        <p:spPr>
          <a:xfrm flipH="1">
            <a:off x="7745760" y="-35064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3" name="Google Shape;303;p23"/>
          <p:cNvSpPr/>
          <p:nvPr/>
        </p:nvSpPr>
        <p:spPr>
          <a:xfrm flipH="1">
            <a:off x="7926840" y="-426960"/>
            <a:ext cx="1894320" cy="1722600"/>
          </a:xfrm>
          <a:custGeom>
            <a:avLst/>
            <a:gdLst/>
            <a:ahLst/>
            <a:cxnLst/>
            <a:rect l="l" t="t" r="r" b="b"/>
            <a:pathLst>
              <a:path w="75786" h="68919" extrusionOk="0">
                <a:moveTo>
                  <a:pt x="75786" y="0"/>
                </a:moveTo>
                <a:cubicBezTo>
                  <a:pt x="68054" y="0"/>
                  <a:pt x="59592" y="1465"/>
                  <a:pt x="53406" y="6104"/>
                </a:cubicBezTo>
                <a:cubicBezTo>
                  <a:pt x="48923" y="9466"/>
                  <a:pt x="52126" y="17318"/>
                  <a:pt x="50354" y="22634"/>
                </a:cubicBezTo>
                <a:cubicBezTo>
                  <a:pt x="48520" y="28136"/>
                  <a:pt x="40440" y="28951"/>
                  <a:pt x="36621" y="33315"/>
                </a:cubicBezTo>
                <a:cubicBezTo>
                  <a:pt x="31262" y="39439"/>
                  <a:pt x="40518" y="50584"/>
                  <a:pt x="36621" y="57729"/>
                </a:cubicBezTo>
                <a:cubicBezTo>
                  <a:pt x="32880" y="64589"/>
                  <a:pt x="23836" y="68919"/>
                  <a:pt x="16022" y="68919"/>
                </a:cubicBezTo>
                <a:cubicBezTo>
                  <a:pt x="10601" y="68919"/>
                  <a:pt x="5421" y="66122"/>
                  <a:pt x="0" y="66122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4" name="Google Shape;304;p23"/>
          <p:cNvSpPr/>
          <p:nvPr/>
        </p:nvSpPr>
        <p:spPr>
          <a:xfrm rot="-8821800" flipH="1">
            <a:off x="-329760" y="43531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5" name="Google Shape;305;p23"/>
          <p:cNvSpPr/>
          <p:nvPr/>
        </p:nvSpPr>
        <p:spPr>
          <a:xfrm rot="-8821800" flipH="1">
            <a:off x="-444240" y="45205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6" name="Google Shape;306;p23"/>
          <p:cNvSpPr/>
          <p:nvPr/>
        </p:nvSpPr>
        <p:spPr>
          <a:xfrm rot="-8821800" flipH="1">
            <a:off x="-584280" y="466056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Obj">
  <p:cSld name="TWO_OBJECTS"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4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>
            <a:spLocks noGrp="1"/>
          </p:cNvSpPr>
          <p:nvPr>
            <p:ph type="title"/>
          </p:nvPr>
        </p:nvSpPr>
        <p:spPr>
          <a:xfrm>
            <a:off x="934200" y="2293560"/>
            <a:ext cx="346932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0" name="Google Shape;310;p24"/>
          <p:cNvSpPr txBox="1">
            <a:spLocks noGrp="1"/>
          </p:cNvSpPr>
          <p:nvPr>
            <p:ph type="title" idx="2"/>
          </p:nvPr>
        </p:nvSpPr>
        <p:spPr>
          <a:xfrm>
            <a:off x="4654440" y="2293560"/>
            <a:ext cx="3469320" cy="4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1" name="Google Shape;311;p24"/>
          <p:cNvSpPr/>
          <p:nvPr/>
        </p:nvSpPr>
        <p:spPr>
          <a:xfrm rot="-1577400">
            <a:off x="-518040" y="34113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2" name="Google Shape;312;p24"/>
          <p:cNvSpPr/>
          <p:nvPr/>
        </p:nvSpPr>
        <p:spPr>
          <a:xfrm rot="-1577400">
            <a:off x="-649440" y="357660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3" name="Google Shape;313;p24"/>
          <p:cNvSpPr/>
          <p:nvPr/>
        </p:nvSpPr>
        <p:spPr>
          <a:xfrm rot="-1577400">
            <a:off x="-795240" y="37605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4" name="Google Shape;314;p24"/>
          <p:cNvSpPr/>
          <p:nvPr/>
        </p:nvSpPr>
        <p:spPr>
          <a:xfrm rot="9222600">
            <a:off x="7552080" y="-7905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5" name="Google Shape;315;p24"/>
          <p:cNvSpPr/>
          <p:nvPr/>
        </p:nvSpPr>
        <p:spPr>
          <a:xfrm rot="9222600">
            <a:off x="7683480" y="-9561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6" name="Google Shape;316;p24"/>
          <p:cNvSpPr/>
          <p:nvPr/>
        </p:nvSpPr>
        <p:spPr>
          <a:xfrm rot="9222600">
            <a:off x="7829280" y="-1139760"/>
            <a:ext cx="2293200" cy="2349360"/>
          </a:xfrm>
          <a:custGeom>
            <a:avLst/>
            <a:gdLst/>
            <a:ahLst/>
            <a:cxnLst/>
            <a:rect l="l" t="t" r="r" b="b"/>
            <a:pathLst>
              <a:path w="7430" h="7613" extrusionOk="0">
                <a:moveTo>
                  <a:pt x="3802" y="1"/>
                </a:moveTo>
                <a:cubicBezTo>
                  <a:pt x="3298" y="1"/>
                  <a:pt x="2797" y="123"/>
                  <a:pt x="2320" y="269"/>
                </a:cubicBezTo>
                <a:cubicBezTo>
                  <a:pt x="2148" y="322"/>
                  <a:pt x="1960" y="384"/>
                  <a:pt x="1774" y="384"/>
                </a:cubicBezTo>
                <a:cubicBezTo>
                  <a:pt x="1707" y="384"/>
                  <a:pt x="1640" y="376"/>
                  <a:pt x="1573" y="356"/>
                </a:cubicBezTo>
                <a:cubicBezTo>
                  <a:pt x="1442" y="342"/>
                  <a:pt x="1324" y="269"/>
                  <a:pt x="1222" y="225"/>
                </a:cubicBezTo>
                <a:cubicBezTo>
                  <a:pt x="1169" y="211"/>
                  <a:pt x="1115" y="204"/>
                  <a:pt x="1062" y="204"/>
                </a:cubicBezTo>
                <a:cubicBezTo>
                  <a:pt x="782" y="204"/>
                  <a:pt x="516" y="388"/>
                  <a:pt x="344" y="635"/>
                </a:cubicBezTo>
                <a:cubicBezTo>
                  <a:pt x="0" y="1135"/>
                  <a:pt x="48" y="1859"/>
                  <a:pt x="460" y="2302"/>
                </a:cubicBezTo>
                <a:lnTo>
                  <a:pt x="460" y="2302"/>
                </a:lnTo>
                <a:cubicBezTo>
                  <a:pt x="766" y="2933"/>
                  <a:pt x="724" y="3672"/>
                  <a:pt x="724" y="4382"/>
                </a:cubicBezTo>
                <a:cubicBezTo>
                  <a:pt x="724" y="5114"/>
                  <a:pt x="768" y="5905"/>
                  <a:pt x="1178" y="6490"/>
                </a:cubicBezTo>
                <a:cubicBezTo>
                  <a:pt x="1471" y="6915"/>
                  <a:pt x="1939" y="7178"/>
                  <a:pt x="2422" y="7354"/>
                </a:cubicBezTo>
                <a:cubicBezTo>
                  <a:pt x="2920" y="7515"/>
                  <a:pt x="3433" y="7544"/>
                  <a:pt x="3945" y="7588"/>
                </a:cubicBezTo>
                <a:cubicBezTo>
                  <a:pt x="4145" y="7603"/>
                  <a:pt x="4347" y="7613"/>
                  <a:pt x="4548" y="7613"/>
                </a:cubicBezTo>
                <a:cubicBezTo>
                  <a:pt x="4952" y="7613"/>
                  <a:pt x="5355" y="7574"/>
                  <a:pt x="5746" y="7457"/>
                </a:cubicBezTo>
                <a:cubicBezTo>
                  <a:pt x="6331" y="7310"/>
                  <a:pt x="6873" y="6944"/>
                  <a:pt x="7151" y="6417"/>
                </a:cubicBezTo>
                <a:cubicBezTo>
                  <a:pt x="7429" y="5861"/>
                  <a:pt x="7341" y="5158"/>
                  <a:pt x="6902" y="4748"/>
                </a:cubicBezTo>
                <a:cubicBezTo>
                  <a:pt x="6609" y="4470"/>
                  <a:pt x="6199" y="4382"/>
                  <a:pt x="5833" y="4221"/>
                </a:cubicBezTo>
                <a:cubicBezTo>
                  <a:pt x="5467" y="4060"/>
                  <a:pt x="5101" y="3753"/>
                  <a:pt x="5101" y="3343"/>
                </a:cubicBezTo>
                <a:cubicBezTo>
                  <a:pt x="5101" y="2918"/>
                  <a:pt x="5497" y="2611"/>
                  <a:pt x="5702" y="2230"/>
                </a:cubicBezTo>
                <a:cubicBezTo>
                  <a:pt x="5965" y="1732"/>
                  <a:pt x="5804" y="1088"/>
                  <a:pt x="5438" y="678"/>
                </a:cubicBezTo>
                <a:cubicBezTo>
                  <a:pt x="5072" y="269"/>
                  <a:pt x="4516" y="49"/>
                  <a:pt x="3960" y="5"/>
                </a:cubicBezTo>
                <a:cubicBezTo>
                  <a:pt x="3907" y="2"/>
                  <a:pt x="3854" y="1"/>
                  <a:pt x="3802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7" name="Google Shape;317;p24"/>
          <p:cNvSpPr/>
          <p:nvPr/>
        </p:nvSpPr>
        <p:spPr>
          <a:xfrm rot="-1978200">
            <a:off x="-335160" y="-28584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8" name="Google Shape;318;p24"/>
          <p:cNvSpPr/>
          <p:nvPr/>
        </p:nvSpPr>
        <p:spPr>
          <a:xfrm rot="-1978200">
            <a:off x="-449640" y="-45324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9" name="Google Shape;319;p24"/>
          <p:cNvSpPr/>
          <p:nvPr/>
        </p:nvSpPr>
        <p:spPr>
          <a:xfrm rot="-1978200">
            <a:off x="-589320" y="-59328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0" name="Google Shape;320;p24"/>
          <p:cNvSpPr/>
          <p:nvPr/>
        </p:nvSpPr>
        <p:spPr>
          <a:xfrm rot="8821800">
            <a:off x="8087760" y="429048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1" name="Google Shape;321;p24"/>
          <p:cNvSpPr/>
          <p:nvPr/>
        </p:nvSpPr>
        <p:spPr>
          <a:xfrm rot="8821800">
            <a:off x="8202240" y="445788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2" name="Google Shape;322;p24"/>
          <p:cNvSpPr/>
          <p:nvPr/>
        </p:nvSpPr>
        <p:spPr>
          <a:xfrm rot="8821800">
            <a:off x="8341920" y="4597920"/>
            <a:ext cx="1372680" cy="1059120"/>
          </a:xfrm>
          <a:custGeom>
            <a:avLst/>
            <a:gdLst/>
            <a:ahLst/>
            <a:cxnLst/>
            <a:rect l="l" t="t" r="r" b="b"/>
            <a:pathLst>
              <a:path w="2768" h="2136" extrusionOk="0">
                <a:moveTo>
                  <a:pt x="1275" y="1"/>
                </a:moveTo>
                <a:cubicBezTo>
                  <a:pt x="954" y="1"/>
                  <a:pt x="635" y="116"/>
                  <a:pt x="411" y="340"/>
                </a:cubicBezTo>
                <a:cubicBezTo>
                  <a:pt x="103" y="633"/>
                  <a:pt x="1" y="1146"/>
                  <a:pt x="191" y="1512"/>
                </a:cubicBezTo>
                <a:cubicBezTo>
                  <a:pt x="323" y="1746"/>
                  <a:pt x="557" y="1907"/>
                  <a:pt x="806" y="2009"/>
                </a:cubicBezTo>
                <a:cubicBezTo>
                  <a:pt x="1011" y="2089"/>
                  <a:pt x="1235" y="2135"/>
                  <a:pt x="1455" y="2135"/>
                </a:cubicBezTo>
                <a:cubicBezTo>
                  <a:pt x="1723" y="2135"/>
                  <a:pt x="1987" y="2067"/>
                  <a:pt x="2211" y="1907"/>
                </a:cubicBezTo>
                <a:cubicBezTo>
                  <a:pt x="2607" y="1614"/>
                  <a:pt x="2768" y="1014"/>
                  <a:pt x="2504" y="604"/>
                </a:cubicBezTo>
                <a:lnTo>
                  <a:pt x="2504" y="604"/>
                </a:lnTo>
                <a:lnTo>
                  <a:pt x="2665" y="765"/>
                </a:lnTo>
                <a:cubicBezTo>
                  <a:pt x="2402" y="414"/>
                  <a:pt x="2036" y="136"/>
                  <a:pt x="1626" y="48"/>
                </a:cubicBezTo>
                <a:cubicBezTo>
                  <a:pt x="1512" y="16"/>
                  <a:pt x="1393" y="1"/>
                  <a:pt x="1275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5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6" name="Google Shape;326;p25"/>
          <p:cNvSpPr/>
          <p:nvPr/>
        </p:nvSpPr>
        <p:spPr>
          <a:xfrm rot="-5323800" flipH="1">
            <a:off x="7359480" y="-147348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7" name="Google Shape;327;p25"/>
          <p:cNvSpPr/>
          <p:nvPr/>
        </p:nvSpPr>
        <p:spPr>
          <a:xfrm rot="-5323800" flipH="1">
            <a:off x="7617960" y="-162720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8" name="Google Shape;328;p25"/>
          <p:cNvSpPr/>
          <p:nvPr/>
        </p:nvSpPr>
        <p:spPr>
          <a:xfrm rot="-5323800" flipH="1">
            <a:off x="7840440" y="-1747800"/>
            <a:ext cx="1346760" cy="3341880"/>
          </a:xfrm>
          <a:custGeom>
            <a:avLst/>
            <a:gdLst/>
            <a:ahLst/>
            <a:cxnLst/>
            <a:rect l="l" t="t" r="r" b="b"/>
            <a:pathLst>
              <a:path w="3529" h="8756" extrusionOk="0">
                <a:moveTo>
                  <a:pt x="601" y="1"/>
                </a:moveTo>
                <a:lnTo>
                  <a:pt x="572" y="235"/>
                </a:lnTo>
                <a:cubicBezTo>
                  <a:pt x="308" y="323"/>
                  <a:pt x="425" y="1245"/>
                  <a:pt x="440" y="2650"/>
                </a:cubicBezTo>
                <a:cubicBezTo>
                  <a:pt x="440" y="3353"/>
                  <a:pt x="425" y="4188"/>
                  <a:pt x="308" y="5095"/>
                </a:cubicBezTo>
                <a:cubicBezTo>
                  <a:pt x="264" y="5549"/>
                  <a:pt x="191" y="6017"/>
                  <a:pt x="74" y="6530"/>
                </a:cubicBezTo>
                <a:cubicBezTo>
                  <a:pt x="59" y="6676"/>
                  <a:pt x="15" y="6837"/>
                  <a:pt x="1" y="7072"/>
                </a:cubicBezTo>
                <a:cubicBezTo>
                  <a:pt x="1" y="7189"/>
                  <a:pt x="1" y="7320"/>
                  <a:pt x="15" y="7438"/>
                </a:cubicBezTo>
                <a:cubicBezTo>
                  <a:pt x="45" y="7584"/>
                  <a:pt x="89" y="7730"/>
                  <a:pt x="147" y="7862"/>
                </a:cubicBezTo>
                <a:cubicBezTo>
                  <a:pt x="279" y="8140"/>
                  <a:pt x="484" y="8418"/>
                  <a:pt x="850" y="8609"/>
                </a:cubicBezTo>
                <a:cubicBezTo>
                  <a:pt x="1026" y="8711"/>
                  <a:pt x="1245" y="8755"/>
                  <a:pt x="1465" y="8755"/>
                </a:cubicBezTo>
                <a:cubicBezTo>
                  <a:pt x="1684" y="8755"/>
                  <a:pt x="1875" y="8711"/>
                  <a:pt x="2036" y="8653"/>
                </a:cubicBezTo>
                <a:cubicBezTo>
                  <a:pt x="2358" y="8506"/>
                  <a:pt x="2548" y="8316"/>
                  <a:pt x="2694" y="8155"/>
                </a:cubicBezTo>
                <a:cubicBezTo>
                  <a:pt x="2724" y="8126"/>
                  <a:pt x="2768" y="8067"/>
                  <a:pt x="2797" y="8023"/>
                </a:cubicBezTo>
                <a:lnTo>
                  <a:pt x="2899" y="7906"/>
                </a:lnTo>
                <a:cubicBezTo>
                  <a:pt x="2943" y="7833"/>
                  <a:pt x="3002" y="7730"/>
                  <a:pt x="3046" y="7642"/>
                </a:cubicBezTo>
                <a:cubicBezTo>
                  <a:pt x="3221" y="7320"/>
                  <a:pt x="3339" y="6954"/>
                  <a:pt x="3412" y="6618"/>
                </a:cubicBezTo>
                <a:cubicBezTo>
                  <a:pt x="3529" y="5944"/>
                  <a:pt x="3456" y="5300"/>
                  <a:pt x="3309" y="4729"/>
                </a:cubicBezTo>
                <a:cubicBezTo>
                  <a:pt x="3163" y="4188"/>
                  <a:pt x="2943" y="3704"/>
                  <a:pt x="2724" y="3309"/>
                </a:cubicBezTo>
                <a:cubicBezTo>
                  <a:pt x="2504" y="2899"/>
                  <a:pt x="2285" y="2548"/>
                  <a:pt x="2109" y="2240"/>
                </a:cubicBezTo>
                <a:cubicBezTo>
                  <a:pt x="1728" y="1626"/>
                  <a:pt x="1435" y="1143"/>
                  <a:pt x="1245" y="806"/>
                </a:cubicBezTo>
                <a:cubicBezTo>
                  <a:pt x="1040" y="454"/>
                  <a:pt x="733" y="1"/>
                  <a:pt x="601" y="1"/>
                </a:cubicBezTo>
                <a:close/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29" name="Google Shape;329;p25"/>
          <p:cNvGrpSpPr/>
          <p:nvPr/>
        </p:nvGrpSpPr>
        <p:grpSpPr>
          <a:xfrm>
            <a:off x="-1348775" y="3483105"/>
            <a:ext cx="3265989" cy="3306030"/>
            <a:chOff x="-1348775" y="3483105"/>
            <a:chExt cx="3265989" cy="3306030"/>
          </a:xfrm>
        </p:grpSpPr>
        <p:sp>
          <p:nvSpPr>
            <p:cNvPr id="330" name="Google Shape;330;p25"/>
            <p:cNvSpPr/>
            <p:nvPr/>
          </p:nvSpPr>
          <p:spPr>
            <a:xfrm rot="7936800">
              <a:off x="-530640" y="3911040"/>
              <a:ext cx="1389960" cy="28263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 rot="7936800">
              <a:off x="-426240" y="3722760"/>
              <a:ext cx="1389960" cy="28263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 rot="7936800">
              <a:off x="-290880" y="3534840"/>
              <a:ext cx="1389960" cy="2826360"/>
            </a:xfrm>
            <a:custGeom>
              <a:avLst/>
              <a:gdLst/>
              <a:ahLst/>
              <a:cxnLst/>
              <a:rect l="l" t="t" r="r" b="b"/>
              <a:pathLst>
                <a:path w="9912" h="20155" extrusionOk="0">
                  <a:moveTo>
                    <a:pt x="4109" y="1"/>
                  </a:moveTo>
                  <a:cubicBezTo>
                    <a:pt x="4004" y="1"/>
                    <a:pt x="3898" y="12"/>
                    <a:pt x="3792" y="35"/>
                  </a:cubicBezTo>
                  <a:cubicBezTo>
                    <a:pt x="2841" y="254"/>
                    <a:pt x="2343" y="1294"/>
                    <a:pt x="2006" y="2216"/>
                  </a:cubicBezTo>
                  <a:cubicBezTo>
                    <a:pt x="1758" y="2816"/>
                    <a:pt x="1538" y="3416"/>
                    <a:pt x="1304" y="4031"/>
                  </a:cubicBezTo>
                  <a:cubicBezTo>
                    <a:pt x="660" y="5715"/>
                    <a:pt x="1" y="7515"/>
                    <a:pt x="440" y="9272"/>
                  </a:cubicBezTo>
                  <a:cubicBezTo>
                    <a:pt x="791" y="10692"/>
                    <a:pt x="1787" y="11834"/>
                    <a:pt x="2621" y="13034"/>
                  </a:cubicBezTo>
                  <a:cubicBezTo>
                    <a:pt x="2782" y="13254"/>
                    <a:pt x="2929" y="13503"/>
                    <a:pt x="2914" y="13781"/>
                  </a:cubicBezTo>
                  <a:cubicBezTo>
                    <a:pt x="2885" y="14206"/>
                    <a:pt x="2446" y="14469"/>
                    <a:pt x="2021" y="14572"/>
                  </a:cubicBezTo>
                  <a:cubicBezTo>
                    <a:pt x="1597" y="14659"/>
                    <a:pt x="1157" y="14659"/>
                    <a:pt x="791" y="14879"/>
                  </a:cubicBezTo>
                  <a:cubicBezTo>
                    <a:pt x="352" y="15157"/>
                    <a:pt x="147" y="15699"/>
                    <a:pt x="191" y="16211"/>
                  </a:cubicBezTo>
                  <a:cubicBezTo>
                    <a:pt x="220" y="16724"/>
                    <a:pt x="469" y="17207"/>
                    <a:pt x="777" y="17617"/>
                  </a:cubicBezTo>
                  <a:cubicBezTo>
                    <a:pt x="777" y="17661"/>
                    <a:pt x="2138" y="19359"/>
                    <a:pt x="3690" y="19886"/>
                  </a:cubicBezTo>
                  <a:cubicBezTo>
                    <a:pt x="4186" y="20060"/>
                    <a:pt x="4718" y="20154"/>
                    <a:pt x="5244" y="20154"/>
                  </a:cubicBezTo>
                  <a:cubicBezTo>
                    <a:pt x="6177" y="20154"/>
                    <a:pt x="7090" y="19857"/>
                    <a:pt x="7745" y="19183"/>
                  </a:cubicBezTo>
                  <a:cubicBezTo>
                    <a:pt x="8770" y="18114"/>
                    <a:pt x="9033" y="16402"/>
                    <a:pt x="8345" y="15099"/>
                  </a:cubicBezTo>
                  <a:cubicBezTo>
                    <a:pt x="8023" y="14454"/>
                    <a:pt x="7496" y="13869"/>
                    <a:pt x="7511" y="13152"/>
                  </a:cubicBezTo>
                  <a:cubicBezTo>
                    <a:pt x="7526" y="12771"/>
                    <a:pt x="7716" y="12420"/>
                    <a:pt x="7935" y="12098"/>
                  </a:cubicBezTo>
                  <a:cubicBezTo>
                    <a:pt x="8345" y="11468"/>
                    <a:pt x="8902" y="10956"/>
                    <a:pt x="9282" y="10326"/>
                  </a:cubicBezTo>
                  <a:cubicBezTo>
                    <a:pt x="9663" y="9682"/>
                    <a:pt x="9912" y="8877"/>
                    <a:pt x="9590" y="8203"/>
                  </a:cubicBezTo>
                  <a:cubicBezTo>
                    <a:pt x="9004" y="6857"/>
                    <a:pt x="6925" y="6813"/>
                    <a:pt x="6296" y="5510"/>
                  </a:cubicBezTo>
                  <a:cubicBezTo>
                    <a:pt x="6003" y="4880"/>
                    <a:pt x="6120" y="4178"/>
                    <a:pt x="6193" y="3489"/>
                  </a:cubicBezTo>
                  <a:cubicBezTo>
                    <a:pt x="6267" y="2670"/>
                    <a:pt x="6223" y="1806"/>
                    <a:pt x="5827" y="1103"/>
                  </a:cubicBezTo>
                  <a:cubicBezTo>
                    <a:pt x="5471" y="480"/>
                    <a:pt x="4806" y="1"/>
                    <a:pt x="4109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FFA3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bg>
      <p:bgPr>
        <a:solidFill>
          <a:schemeClr val="lt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6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>
            <a:spLocks noGrp="1"/>
          </p:cNvSpPr>
          <p:nvPr>
            <p:ph type="body" idx="1"/>
          </p:nvPr>
        </p:nvSpPr>
        <p:spPr>
          <a:xfrm>
            <a:off x="734040" y="1310760"/>
            <a:ext cx="4051440" cy="29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7" name="Google Shape;337;p26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446616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-210960" y="-9000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2857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-376200" y="-26784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19050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-560160" y="-451800"/>
            <a:ext cx="2792160" cy="2171520"/>
          </a:xfrm>
          <a:custGeom>
            <a:avLst/>
            <a:gdLst/>
            <a:ahLst/>
            <a:cxnLst/>
            <a:rect l="l" t="t" r="r" b="b"/>
            <a:pathLst>
              <a:path w="111703" h="86868" extrusionOk="0">
                <a:moveTo>
                  <a:pt x="110744" y="0"/>
                </a:moveTo>
                <a:cubicBezTo>
                  <a:pt x="115133" y="7681"/>
                  <a:pt x="102684" y="22156"/>
                  <a:pt x="93980" y="20574"/>
                </a:cubicBezTo>
                <a:cubicBezTo>
                  <a:pt x="85818" y="19090"/>
                  <a:pt x="77985" y="12851"/>
                  <a:pt x="69850" y="14478"/>
                </a:cubicBezTo>
                <a:cubicBezTo>
                  <a:pt x="64428" y="15562"/>
                  <a:pt x="60379" y="21196"/>
                  <a:pt x="54864" y="21590"/>
                </a:cubicBezTo>
                <a:cubicBezTo>
                  <a:pt x="47003" y="22152"/>
                  <a:pt x="37925" y="18429"/>
                  <a:pt x="31242" y="22606"/>
                </a:cubicBezTo>
                <a:cubicBezTo>
                  <a:pt x="24975" y="26523"/>
                  <a:pt x="33755" y="37351"/>
                  <a:pt x="33020" y="44704"/>
                </a:cubicBezTo>
                <a:cubicBezTo>
                  <a:pt x="32153" y="53373"/>
                  <a:pt x="16657" y="52466"/>
                  <a:pt x="11430" y="59436"/>
                </a:cubicBezTo>
                <a:cubicBezTo>
                  <a:pt x="8533" y="63299"/>
                  <a:pt x="11455" y="69115"/>
                  <a:pt x="10922" y="73914"/>
                </a:cubicBezTo>
                <a:cubicBezTo>
                  <a:pt x="10357" y="79002"/>
                  <a:pt x="7253" y="85372"/>
                  <a:pt x="2286" y="86614"/>
                </a:cubicBezTo>
                <a:cubicBezTo>
                  <a:pt x="1542" y="86800"/>
                  <a:pt x="767" y="86868"/>
                  <a:pt x="0" y="86868"/>
                </a:cubicBezTo>
              </a:path>
            </a:pathLst>
          </a:custGeom>
          <a:noFill/>
          <a:ln w="9525" cap="flat" cmpd="sng">
            <a:solidFill>
              <a:srgbClr val="FFA3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583560" y="-63360"/>
            <a:ext cx="8576280" cy="5229360"/>
            <a:chOff x="583560" y="-63360"/>
            <a:chExt cx="8576280" cy="5229360"/>
          </a:xfrm>
        </p:grpSpPr>
        <p:sp>
          <p:nvSpPr>
            <p:cNvPr id="342" name="Google Shape;342;p26"/>
            <p:cNvSpPr/>
            <p:nvPr/>
          </p:nvSpPr>
          <p:spPr>
            <a:xfrm>
              <a:off x="583560" y="414720"/>
              <a:ext cx="8576280" cy="4751280"/>
            </a:xfrm>
            <a:custGeom>
              <a:avLst/>
              <a:gdLst/>
              <a:ahLst/>
              <a:cxnLst/>
              <a:rect l="l" t="t" r="r" b="b"/>
              <a:pathLst>
                <a:path w="343070" h="190060" extrusionOk="0">
                  <a:moveTo>
                    <a:pt x="264110" y="0"/>
                  </a:moveTo>
                  <a:lnTo>
                    <a:pt x="146720" y="91571"/>
                  </a:lnTo>
                  <a:lnTo>
                    <a:pt x="0" y="190060"/>
                  </a:lnTo>
                  <a:lnTo>
                    <a:pt x="343070" y="190060"/>
                  </a:lnTo>
                  <a:lnTo>
                    <a:pt x="343044" y="63397"/>
                  </a:lnTo>
                  <a:lnTo>
                    <a:pt x="279845" y="38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EBE0D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43" name="Google Shape;343;p26"/>
            <p:cNvGrpSpPr/>
            <p:nvPr/>
          </p:nvGrpSpPr>
          <p:grpSpPr>
            <a:xfrm>
              <a:off x="7180560" y="-63360"/>
              <a:ext cx="412200" cy="500760"/>
              <a:chOff x="7180560" y="-63360"/>
              <a:chExt cx="412200" cy="500760"/>
            </a:xfrm>
          </p:grpSpPr>
          <p:sp>
            <p:nvSpPr>
              <p:cNvPr id="344" name="Google Shape;344;p26"/>
              <p:cNvSpPr/>
              <p:nvPr/>
            </p:nvSpPr>
            <p:spPr>
              <a:xfrm flipH="1">
                <a:off x="7180560" y="212040"/>
                <a:ext cx="412200" cy="225360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5111" extrusionOk="0">
                    <a:moveTo>
                      <a:pt x="3631" y="1"/>
                    </a:moveTo>
                    <a:lnTo>
                      <a:pt x="3631" y="1172"/>
                    </a:lnTo>
                    <a:lnTo>
                      <a:pt x="0" y="5110"/>
                    </a:lnTo>
                    <a:lnTo>
                      <a:pt x="9340" y="4686"/>
                    </a:lnTo>
                    <a:lnTo>
                      <a:pt x="4670" y="1172"/>
                    </a:lnTo>
                    <a:lnTo>
                      <a:pt x="4670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 flipH="1">
                <a:off x="7412760" y="-63360"/>
                <a:ext cx="1080" cy="276480"/>
              </a:xfrm>
              <a:custGeom>
                <a:avLst/>
                <a:gdLst/>
                <a:ahLst/>
                <a:cxnLst/>
                <a:rect l="l" t="t" r="r" b="b"/>
                <a:pathLst>
                  <a:path w="30" h="6267" extrusionOk="0">
                    <a:moveTo>
                      <a:pt x="15" y="0"/>
                    </a:moveTo>
                    <a:cubicBezTo>
                      <a:pt x="0" y="0"/>
                      <a:pt x="0" y="1391"/>
                      <a:pt x="0" y="3133"/>
                    </a:cubicBezTo>
                    <a:cubicBezTo>
                      <a:pt x="0" y="4875"/>
                      <a:pt x="0" y="6266"/>
                      <a:pt x="15" y="6266"/>
                    </a:cubicBezTo>
                    <a:cubicBezTo>
                      <a:pt x="29" y="6266"/>
                      <a:pt x="29" y="4846"/>
                      <a:pt x="29" y="3133"/>
                    </a:cubicBezTo>
                    <a:cubicBezTo>
                      <a:pt x="29" y="1391"/>
                      <a:pt x="29" y="0"/>
                      <a:pt x="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00545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7"/>
          <p:cNvPicPr preferRelativeResize="0"/>
          <p:nvPr/>
        </p:nvPicPr>
        <p:blipFill rotWithShape="1">
          <a:blip r:embed="rId2">
            <a:alphaModFix amt="42000"/>
          </a:blip>
          <a:srcRect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/>
          <p:nvPr/>
        </p:nvSpPr>
        <p:spPr>
          <a:xfrm>
            <a:off x="-14760" y="336240"/>
            <a:ext cx="9180360" cy="4827960"/>
          </a:xfrm>
          <a:custGeom>
            <a:avLst/>
            <a:gdLst/>
            <a:ahLst/>
            <a:cxnLst/>
            <a:rect l="l" t="t" r="r" b="b"/>
            <a:pathLst>
              <a:path w="367223" h="193132" extrusionOk="0">
                <a:moveTo>
                  <a:pt x="176325" y="1791"/>
                </a:moveTo>
                <a:lnTo>
                  <a:pt x="13" y="134089"/>
                </a:lnTo>
                <a:lnTo>
                  <a:pt x="0" y="192834"/>
                </a:lnTo>
                <a:lnTo>
                  <a:pt x="366951" y="193132"/>
                </a:lnTo>
                <a:lnTo>
                  <a:pt x="367223" y="148419"/>
                </a:lnTo>
                <a:lnTo>
                  <a:pt x="185793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BE0DD"/>
              </a:gs>
            </a:gsLst>
            <a:lin ang="5400000" scaled="0"/>
          </a:gra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49" name="Google Shape;349;p27"/>
          <p:cNvSpPr/>
          <p:nvPr/>
        </p:nvSpPr>
        <p:spPr>
          <a:xfrm flipH="1">
            <a:off x="4333680" y="212040"/>
            <a:ext cx="412200" cy="225360"/>
          </a:xfrm>
          <a:custGeom>
            <a:avLst/>
            <a:gdLst/>
            <a:ahLst/>
            <a:cxnLst/>
            <a:rect l="l" t="t" r="r" b="b"/>
            <a:pathLst>
              <a:path w="9341" h="5111" extrusionOk="0">
                <a:moveTo>
                  <a:pt x="3631" y="1"/>
                </a:moveTo>
                <a:lnTo>
                  <a:pt x="3631" y="1172"/>
                </a:lnTo>
                <a:lnTo>
                  <a:pt x="0" y="5110"/>
                </a:lnTo>
                <a:lnTo>
                  <a:pt x="9340" y="4686"/>
                </a:lnTo>
                <a:lnTo>
                  <a:pt x="4670" y="1172"/>
                </a:lnTo>
                <a:lnTo>
                  <a:pt x="467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0" name="Google Shape;350;p27"/>
          <p:cNvSpPr/>
          <p:nvPr/>
        </p:nvSpPr>
        <p:spPr>
          <a:xfrm flipH="1">
            <a:off x="4565880" y="-63360"/>
            <a:ext cx="1080" cy="276480"/>
          </a:xfrm>
          <a:custGeom>
            <a:avLst/>
            <a:gdLst/>
            <a:ahLst/>
            <a:cxnLst/>
            <a:rect l="l" t="t" r="r" b="b"/>
            <a:pathLst>
              <a:path w="30" h="6267" extrusionOk="0">
                <a:moveTo>
                  <a:pt x="15" y="0"/>
                </a:moveTo>
                <a:cubicBezTo>
                  <a:pt x="0" y="0"/>
                  <a:pt x="0" y="1391"/>
                  <a:pt x="0" y="3133"/>
                </a:cubicBezTo>
                <a:cubicBezTo>
                  <a:pt x="0" y="4875"/>
                  <a:pt x="0" y="6266"/>
                  <a:pt x="15" y="6266"/>
                </a:cubicBezTo>
                <a:cubicBezTo>
                  <a:pt x="29" y="6266"/>
                  <a:pt x="29" y="4846"/>
                  <a:pt x="29" y="3133"/>
                </a:cubicBezTo>
                <a:cubicBezTo>
                  <a:pt x="29" y="1391"/>
                  <a:pt x="29" y="0"/>
                  <a:pt x="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1" name="Google Shape;351;p27"/>
          <p:cNvSpPr txBox="1">
            <a:spLocks noGrp="1"/>
          </p:cNvSpPr>
          <p:nvPr>
            <p:ph type="title"/>
          </p:nvPr>
        </p:nvSpPr>
        <p:spPr>
          <a:xfrm>
            <a:off x="1388160" y="1524240"/>
            <a:ext cx="6367320" cy="19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52" name="Google Shape;352;p27"/>
          <p:cNvSpPr/>
          <p:nvPr/>
        </p:nvSpPr>
        <p:spPr>
          <a:xfrm flipH="1">
            <a:off x="1329480" y="1481760"/>
            <a:ext cx="6367320" cy="295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53" name="Google Shape;353;p27"/>
          <p:cNvGrpSpPr/>
          <p:nvPr/>
        </p:nvGrpSpPr>
        <p:grpSpPr>
          <a:xfrm>
            <a:off x="158040" y="195480"/>
            <a:ext cx="2250360" cy="3660840"/>
            <a:chOff x="158040" y="195480"/>
            <a:chExt cx="2250360" cy="3660840"/>
          </a:xfrm>
        </p:grpSpPr>
        <p:sp>
          <p:nvSpPr>
            <p:cNvPr id="354" name="Google Shape;354;p27"/>
            <p:cNvSpPr/>
            <p:nvPr/>
          </p:nvSpPr>
          <p:spPr>
            <a:xfrm>
              <a:off x="194040" y="235440"/>
              <a:ext cx="2202480" cy="3558600"/>
            </a:xfrm>
            <a:custGeom>
              <a:avLst/>
              <a:gdLst/>
              <a:ahLst/>
              <a:cxnLst/>
              <a:rect l="l" t="t" r="r" b="b"/>
              <a:pathLst>
                <a:path w="26835" h="46950" extrusionOk="0">
                  <a:moveTo>
                    <a:pt x="1" y="0"/>
                  </a:moveTo>
                  <a:lnTo>
                    <a:pt x="1" y="46949"/>
                  </a:lnTo>
                  <a:lnTo>
                    <a:pt x="26835" y="46949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FFFFFF">
                <a:alpha val="6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158040" y="195480"/>
              <a:ext cx="2250360" cy="3660840"/>
            </a:xfrm>
            <a:custGeom>
              <a:avLst/>
              <a:gdLst/>
              <a:ahLst/>
              <a:cxnLst/>
              <a:rect l="l" t="t" r="r" b="b"/>
              <a:pathLst>
                <a:path w="27421" h="48297" extrusionOk="0">
                  <a:moveTo>
                    <a:pt x="13381" y="11800"/>
                  </a:moveTo>
                  <a:lnTo>
                    <a:pt x="13381" y="24009"/>
                  </a:lnTo>
                  <a:lnTo>
                    <a:pt x="6369" y="24009"/>
                  </a:lnTo>
                  <a:lnTo>
                    <a:pt x="6369" y="11800"/>
                  </a:lnTo>
                  <a:close/>
                  <a:moveTo>
                    <a:pt x="20891" y="11829"/>
                  </a:moveTo>
                  <a:lnTo>
                    <a:pt x="20891" y="24009"/>
                  </a:lnTo>
                  <a:lnTo>
                    <a:pt x="14245" y="24009"/>
                  </a:lnTo>
                  <a:lnTo>
                    <a:pt x="14245" y="11829"/>
                  </a:lnTo>
                  <a:close/>
                  <a:moveTo>
                    <a:pt x="13381" y="24858"/>
                  </a:moveTo>
                  <a:lnTo>
                    <a:pt x="13381" y="36643"/>
                  </a:lnTo>
                  <a:lnTo>
                    <a:pt x="6369" y="36643"/>
                  </a:lnTo>
                  <a:lnTo>
                    <a:pt x="6369" y="24858"/>
                  </a:lnTo>
                  <a:close/>
                  <a:moveTo>
                    <a:pt x="20891" y="24858"/>
                  </a:moveTo>
                  <a:lnTo>
                    <a:pt x="20891" y="36643"/>
                  </a:lnTo>
                  <a:lnTo>
                    <a:pt x="14245" y="36643"/>
                  </a:lnTo>
                  <a:lnTo>
                    <a:pt x="14245" y="24858"/>
                  </a:lnTo>
                  <a:close/>
                  <a:moveTo>
                    <a:pt x="13381" y="0"/>
                  </a:moveTo>
                  <a:lnTo>
                    <a:pt x="13381" y="11580"/>
                  </a:lnTo>
                  <a:lnTo>
                    <a:pt x="6369" y="11580"/>
                  </a:lnTo>
                  <a:lnTo>
                    <a:pt x="6369" y="776"/>
                  </a:lnTo>
                  <a:lnTo>
                    <a:pt x="6134" y="776"/>
                  </a:lnTo>
                  <a:lnTo>
                    <a:pt x="6134" y="11580"/>
                  </a:lnTo>
                  <a:lnTo>
                    <a:pt x="0" y="11580"/>
                  </a:lnTo>
                  <a:lnTo>
                    <a:pt x="0" y="11800"/>
                  </a:lnTo>
                  <a:lnTo>
                    <a:pt x="6134" y="11800"/>
                  </a:lnTo>
                  <a:lnTo>
                    <a:pt x="6134" y="24009"/>
                  </a:lnTo>
                  <a:lnTo>
                    <a:pt x="0" y="24009"/>
                  </a:lnTo>
                  <a:lnTo>
                    <a:pt x="0" y="24873"/>
                  </a:lnTo>
                  <a:lnTo>
                    <a:pt x="6134" y="24873"/>
                  </a:lnTo>
                  <a:lnTo>
                    <a:pt x="6134" y="36643"/>
                  </a:lnTo>
                  <a:lnTo>
                    <a:pt x="0" y="36643"/>
                  </a:lnTo>
                  <a:lnTo>
                    <a:pt x="0" y="36863"/>
                  </a:lnTo>
                  <a:lnTo>
                    <a:pt x="6134" y="36863"/>
                  </a:lnTo>
                  <a:lnTo>
                    <a:pt x="6134" y="48296"/>
                  </a:lnTo>
                  <a:lnTo>
                    <a:pt x="6369" y="48296"/>
                  </a:lnTo>
                  <a:lnTo>
                    <a:pt x="6369" y="36863"/>
                  </a:lnTo>
                  <a:lnTo>
                    <a:pt x="13381" y="36863"/>
                  </a:lnTo>
                  <a:lnTo>
                    <a:pt x="13381" y="47520"/>
                  </a:lnTo>
                  <a:lnTo>
                    <a:pt x="14245" y="47520"/>
                  </a:lnTo>
                  <a:lnTo>
                    <a:pt x="14245" y="36863"/>
                  </a:lnTo>
                  <a:lnTo>
                    <a:pt x="20891" y="36863"/>
                  </a:lnTo>
                  <a:lnTo>
                    <a:pt x="20891" y="48296"/>
                  </a:lnTo>
                  <a:lnTo>
                    <a:pt x="21125" y="48296"/>
                  </a:lnTo>
                  <a:lnTo>
                    <a:pt x="21125" y="36863"/>
                  </a:lnTo>
                  <a:lnTo>
                    <a:pt x="27420" y="36863"/>
                  </a:lnTo>
                  <a:lnTo>
                    <a:pt x="27420" y="36643"/>
                  </a:lnTo>
                  <a:lnTo>
                    <a:pt x="21125" y="36643"/>
                  </a:lnTo>
                  <a:lnTo>
                    <a:pt x="21125" y="24858"/>
                  </a:lnTo>
                  <a:lnTo>
                    <a:pt x="27420" y="24858"/>
                  </a:lnTo>
                  <a:lnTo>
                    <a:pt x="27420" y="24009"/>
                  </a:lnTo>
                  <a:lnTo>
                    <a:pt x="21125" y="24009"/>
                  </a:lnTo>
                  <a:lnTo>
                    <a:pt x="21125" y="11829"/>
                  </a:lnTo>
                  <a:lnTo>
                    <a:pt x="27420" y="11829"/>
                  </a:lnTo>
                  <a:lnTo>
                    <a:pt x="27420" y="11800"/>
                  </a:lnTo>
                  <a:lnTo>
                    <a:pt x="27420" y="11580"/>
                  </a:lnTo>
                  <a:lnTo>
                    <a:pt x="21125" y="11580"/>
                  </a:lnTo>
                  <a:lnTo>
                    <a:pt x="21125" y="776"/>
                  </a:lnTo>
                  <a:lnTo>
                    <a:pt x="20891" y="776"/>
                  </a:lnTo>
                  <a:lnTo>
                    <a:pt x="20891" y="11580"/>
                  </a:lnTo>
                  <a:lnTo>
                    <a:pt x="14245" y="11580"/>
                  </a:lnTo>
                  <a:lnTo>
                    <a:pt x="14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56" name="Google Shape;356;p27"/>
          <p:cNvGrpSpPr/>
          <p:nvPr/>
        </p:nvGrpSpPr>
        <p:grpSpPr>
          <a:xfrm>
            <a:off x="6618960" y="278640"/>
            <a:ext cx="2250360" cy="3660840"/>
            <a:chOff x="6618960" y="278640"/>
            <a:chExt cx="2250360" cy="3660840"/>
          </a:xfrm>
        </p:grpSpPr>
        <p:sp>
          <p:nvSpPr>
            <p:cNvPr id="357" name="Google Shape;357;p27"/>
            <p:cNvSpPr/>
            <p:nvPr/>
          </p:nvSpPr>
          <p:spPr>
            <a:xfrm>
              <a:off x="6654960" y="318600"/>
              <a:ext cx="2202480" cy="3558600"/>
            </a:xfrm>
            <a:custGeom>
              <a:avLst/>
              <a:gdLst/>
              <a:ahLst/>
              <a:cxnLst/>
              <a:rect l="l" t="t" r="r" b="b"/>
              <a:pathLst>
                <a:path w="26835" h="46950" extrusionOk="0">
                  <a:moveTo>
                    <a:pt x="1" y="0"/>
                  </a:moveTo>
                  <a:lnTo>
                    <a:pt x="1" y="46949"/>
                  </a:lnTo>
                  <a:lnTo>
                    <a:pt x="26835" y="46949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FFFFFF">
                <a:alpha val="6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6618960" y="278640"/>
              <a:ext cx="2250360" cy="3660840"/>
            </a:xfrm>
            <a:custGeom>
              <a:avLst/>
              <a:gdLst/>
              <a:ahLst/>
              <a:cxnLst/>
              <a:rect l="l" t="t" r="r" b="b"/>
              <a:pathLst>
                <a:path w="27421" h="48297" extrusionOk="0">
                  <a:moveTo>
                    <a:pt x="13381" y="11800"/>
                  </a:moveTo>
                  <a:lnTo>
                    <a:pt x="13381" y="24009"/>
                  </a:lnTo>
                  <a:lnTo>
                    <a:pt x="6369" y="24009"/>
                  </a:lnTo>
                  <a:lnTo>
                    <a:pt x="6369" y="11800"/>
                  </a:lnTo>
                  <a:close/>
                  <a:moveTo>
                    <a:pt x="20891" y="11829"/>
                  </a:moveTo>
                  <a:lnTo>
                    <a:pt x="20891" y="24009"/>
                  </a:lnTo>
                  <a:lnTo>
                    <a:pt x="14245" y="24009"/>
                  </a:lnTo>
                  <a:lnTo>
                    <a:pt x="14245" y="11829"/>
                  </a:lnTo>
                  <a:close/>
                  <a:moveTo>
                    <a:pt x="13381" y="24858"/>
                  </a:moveTo>
                  <a:lnTo>
                    <a:pt x="13381" y="36643"/>
                  </a:lnTo>
                  <a:lnTo>
                    <a:pt x="6369" y="36643"/>
                  </a:lnTo>
                  <a:lnTo>
                    <a:pt x="6369" y="24858"/>
                  </a:lnTo>
                  <a:close/>
                  <a:moveTo>
                    <a:pt x="20891" y="24858"/>
                  </a:moveTo>
                  <a:lnTo>
                    <a:pt x="20891" y="36643"/>
                  </a:lnTo>
                  <a:lnTo>
                    <a:pt x="14245" y="36643"/>
                  </a:lnTo>
                  <a:lnTo>
                    <a:pt x="14245" y="24858"/>
                  </a:lnTo>
                  <a:close/>
                  <a:moveTo>
                    <a:pt x="13381" y="0"/>
                  </a:moveTo>
                  <a:lnTo>
                    <a:pt x="13381" y="11580"/>
                  </a:lnTo>
                  <a:lnTo>
                    <a:pt x="6369" y="11580"/>
                  </a:lnTo>
                  <a:lnTo>
                    <a:pt x="6369" y="776"/>
                  </a:lnTo>
                  <a:lnTo>
                    <a:pt x="6134" y="776"/>
                  </a:lnTo>
                  <a:lnTo>
                    <a:pt x="6134" y="11580"/>
                  </a:lnTo>
                  <a:lnTo>
                    <a:pt x="0" y="11580"/>
                  </a:lnTo>
                  <a:lnTo>
                    <a:pt x="0" y="11800"/>
                  </a:lnTo>
                  <a:lnTo>
                    <a:pt x="6134" y="11800"/>
                  </a:lnTo>
                  <a:lnTo>
                    <a:pt x="6134" y="24009"/>
                  </a:lnTo>
                  <a:lnTo>
                    <a:pt x="0" y="24009"/>
                  </a:lnTo>
                  <a:lnTo>
                    <a:pt x="0" y="24873"/>
                  </a:lnTo>
                  <a:lnTo>
                    <a:pt x="6134" y="24873"/>
                  </a:lnTo>
                  <a:lnTo>
                    <a:pt x="6134" y="36643"/>
                  </a:lnTo>
                  <a:lnTo>
                    <a:pt x="0" y="36643"/>
                  </a:lnTo>
                  <a:lnTo>
                    <a:pt x="0" y="36863"/>
                  </a:lnTo>
                  <a:lnTo>
                    <a:pt x="6134" y="36863"/>
                  </a:lnTo>
                  <a:lnTo>
                    <a:pt x="6134" y="48296"/>
                  </a:lnTo>
                  <a:lnTo>
                    <a:pt x="6369" y="48296"/>
                  </a:lnTo>
                  <a:lnTo>
                    <a:pt x="6369" y="36863"/>
                  </a:lnTo>
                  <a:lnTo>
                    <a:pt x="13381" y="36863"/>
                  </a:lnTo>
                  <a:lnTo>
                    <a:pt x="13381" y="47520"/>
                  </a:lnTo>
                  <a:lnTo>
                    <a:pt x="14245" y="47520"/>
                  </a:lnTo>
                  <a:lnTo>
                    <a:pt x="14245" y="36863"/>
                  </a:lnTo>
                  <a:lnTo>
                    <a:pt x="20891" y="36863"/>
                  </a:lnTo>
                  <a:lnTo>
                    <a:pt x="20891" y="48296"/>
                  </a:lnTo>
                  <a:lnTo>
                    <a:pt x="21125" y="48296"/>
                  </a:lnTo>
                  <a:lnTo>
                    <a:pt x="21125" y="36863"/>
                  </a:lnTo>
                  <a:lnTo>
                    <a:pt x="27420" y="36863"/>
                  </a:lnTo>
                  <a:lnTo>
                    <a:pt x="27420" y="36643"/>
                  </a:lnTo>
                  <a:lnTo>
                    <a:pt x="21125" y="36643"/>
                  </a:lnTo>
                  <a:lnTo>
                    <a:pt x="21125" y="24858"/>
                  </a:lnTo>
                  <a:lnTo>
                    <a:pt x="27420" y="24858"/>
                  </a:lnTo>
                  <a:lnTo>
                    <a:pt x="27420" y="24009"/>
                  </a:lnTo>
                  <a:lnTo>
                    <a:pt x="21125" y="24009"/>
                  </a:lnTo>
                  <a:lnTo>
                    <a:pt x="21125" y="11829"/>
                  </a:lnTo>
                  <a:lnTo>
                    <a:pt x="27420" y="11829"/>
                  </a:lnTo>
                  <a:lnTo>
                    <a:pt x="27420" y="11800"/>
                  </a:lnTo>
                  <a:lnTo>
                    <a:pt x="27420" y="11580"/>
                  </a:lnTo>
                  <a:lnTo>
                    <a:pt x="21125" y="11580"/>
                  </a:lnTo>
                  <a:lnTo>
                    <a:pt x="21125" y="776"/>
                  </a:lnTo>
                  <a:lnTo>
                    <a:pt x="20891" y="776"/>
                  </a:lnTo>
                  <a:lnTo>
                    <a:pt x="20891" y="11580"/>
                  </a:lnTo>
                  <a:lnTo>
                    <a:pt x="14245" y="11580"/>
                  </a:lnTo>
                  <a:lnTo>
                    <a:pt x="14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title"/>
          </p:nvPr>
        </p:nvSpPr>
        <p:spPr>
          <a:xfrm>
            <a:off x="639720" y="3704040"/>
            <a:ext cx="3071520" cy="65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4781515" y="1754530"/>
            <a:ext cx="3376200" cy="307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Team: Bug Slayer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lvl="0" indent="4572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Gaurab Aryal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Rupak Karki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Santosh Kumar Shah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Salim Shrestha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7" name="Google Shape;367;p29"/>
          <p:cNvSpPr txBox="1">
            <a:spLocks noGrp="1"/>
          </p:cNvSpPr>
          <p:nvPr>
            <p:ph type="body" idx="1"/>
          </p:nvPr>
        </p:nvSpPr>
        <p:spPr>
          <a:xfrm>
            <a:off x="263950" y="535373"/>
            <a:ext cx="8229300" cy="19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EventHub</a:t>
            </a:r>
            <a:endParaRPr sz="4500">
              <a:solidFill>
                <a:schemeClr val="dk1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aytone One"/>
              <a:buNone/>
            </a:pPr>
            <a:endParaRPr sz="2400">
              <a:solidFill>
                <a:schemeClr val="dk1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 Event Management System</a:t>
            </a:r>
            <a:endParaRPr>
              <a:solidFill>
                <a:srgbClr val="43434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 txBox="1"/>
          <p:nvPr/>
        </p:nvSpPr>
        <p:spPr>
          <a:xfrm>
            <a:off x="1007300" y="1249175"/>
            <a:ext cx="3344700" cy="36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Introduction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Solution Overview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Key Features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Technology Stack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Database Design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Workflows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Future Enhancements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73" name="Google Shape;373;p30"/>
          <p:cNvSpPr txBox="1"/>
          <p:nvPr/>
        </p:nvSpPr>
        <p:spPr>
          <a:xfrm>
            <a:off x="1096499" y="252825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36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  <a:endParaRPr sz="2600"/>
          </a:p>
        </p:txBody>
      </p:sp>
      <p:sp>
        <p:nvSpPr>
          <p:cNvPr id="379" name="Google Shape;379;p31"/>
          <p:cNvSpPr txBox="1">
            <a:spLocks noGrp="1"/>
          </p:cNvSpPr>
          <p:nvPr>
            <p:ph type="body" idx="1"/>
          </p:nvPr>
        </p:nvSpPr>
        <p:spPr>
          <a:xfrm>
            <a:off x="720000" y="1531873"/>
            <a:ext cx="7276200" cy="21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management is an essential part of colleges and organizations.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However, many events are still managed manually, which can be inefficient and difficult to handle.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  <a:endParaRPr sz="30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758225" y="1428476"/>
            <a:ext cx="63477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registration → long queues, data loss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 centralised event listing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Difficult attendance tracking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Poor communication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Lack of analytics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6576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Lack of real-time updates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 Overview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3"/>
          <p:cNvSpPr txBox="1">
            <a:spLocks noGrp="1"/>
          </p:cNvSpPr>
          <p:nvPr>
            <p:ph type="body" idx="1"/>
          </p:nvPr>
        </p:nvSpPr>
        <p:spPr>
          <a:xfrm>
            <a:off x="754200" y="1093320"/>
            <a:ext cx="7276200" cy="3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03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►"/>
            </a:pPr>
            <a:r>
              <a:rPr lang="en-US"/>
              <a:t>Provide a centralized platform for event management</a:t>
            </a:r>
            <a:endParaRPr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403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►"/>
            </a:pPr>
            <a:r>
              <a:rPr lang="en-US"/>
              <a:t>Enable students to discover and register for events easily</a:t>
            </a:r>
            <a:endParaRPr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403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►"/>
            </a:pPr>
            <a:r>
              <a:rPr lang="en-US"/>
              <a:t>Give administrators tools to create and manage events</a:t>
            </a:r>
            <a:endParaRPr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403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►"/>
            </a:pPr>
            <a:r>
              <a:rPr lang="en-US"/>
              <a:t>Track registrations in real-time</a:t>
            </a:r>
            <a:endParaRPr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403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►"/>
            </a:pPr>
            <a:r>
              <a:rPr lang="en-US"/>
              <a:t>Provide analytics and insights on event participation</a:t>
            </a:r>
            <a:endParaRPr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>
            <a:spLocks noGrp="1"/>
          </p:cNvSpPr>
          <p:nvPr>
            <p:ph type="title"/>
          </p:nvPr>
        </p:nvSpPr>
        <p:spPr>
          <a:xfrm>
            <a:off x="723960" y="447840"/>
            <a:ext cx="4467000" cy="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chivo Black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Features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 txBox="1">
            <a:spLocks noGrp="1"/>
          </p:cNvSpPr>
          <p:nvPr>
            <p:ph type="body" idx="1"/>
          </p:nvPr>
        </p:nvSpPr>
        <p:spPr>
          <a:xfrm>
            <a:off x="757180" y="1422675"/>
            <a:ext cx="5809800" cy="31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Students: Browse, register, manage profile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Admins: Create events, manage registrations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Venue management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5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ts val="3600"/>
              <a:buFont typeface="Trebuchet MS"/>
              <a:buNone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 Stack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5"/>
          <p:cNvSpPr txBox="1">
            <a:spLocks noGrp="1"/>
          </p:cNvSpPr>
          <p:nvPr>
            <p:ph type="body" idx="1"/>
          </p:nvPr>
        </p:nvSpPr>
        <p:spPr>
          <a:xfrm>
            <a:off x="813650" y="1412920"/>
            <a:ext cx="7276200" cy="3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Frontend: HTML, CSS , JS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Backend: PHP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Database: MySQL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Server: Apache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Authentication: Session-based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/>
        </p:nvSpPr>
        <p:spPr>
          <a:xfrm>
            <a:off x="810274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sz="36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810286" y="1759190"/>
            <a:ext cx="63477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Browser → Frontend → PHP API → Database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CRUD operations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backend modules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/>
        </p:nvSpPr>
        <p:spPr>
          <a:xfrm>
            <a:off x="810274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810286" y="1759190"/>
            <a:ext cx="63477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</a:pPr>
            <a:endParaRPr sz="18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" name="Picture 2" descr="A diagram of events and registration&#10;&#10;AI-generated content may be incorrect.">
            <a:extLst>
              <a:ext uri="{FF2B5EF4-FFF2-40B4-BE49-F238E27FC236}">
                <a16:creationId xmlns:a16="http://schemas.microsoft.com/office/drawing/2014/main" id="{BD0C1CEA-BF2B-7302-09E2-78F327187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88" y="226611"/>
            <a:ext cx="6609423" cy="422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6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/>
        </p:nvSpPr>
        <p:spPr>
          <a:xfrm>
            <a:off x="810274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810286" y="1759190"/>
            <a:ext cx="63477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</a:pPr>
            <a:endParaRPr sz="18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DD708A-383F-F66A-796C-0753FF00D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952" y="191044"/>
            <a:ext cx="6466095" cy="434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8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/>
        </p:nvSpPr>
        <p:spPr>
          <a:xfrm>
            <a:off x="810274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810286" y="1759190"/>
            <a:ext cx="63477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</a:pPr>
            <a:endParaRPr sz="18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88F14-F40A-241B-257C-2D2798E71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89" y="294653"/>
            <a:ext cx="3488298" cy="4148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21AE47-C69D-D4E4-9002-EF2B3B052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389" y="294653"/>
            <a:ext cx="4592022" cy="414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5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 txBox="1"/>
          <p:nvPr/>
        </p:nvSpPr>
        <p:spPr>
          <a:xfrm>
            <a:off x="840025" y="654200"/>
            <a:ext cx="7785900" cy="13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00" tIns="45950" rIns="91900" bIns="4595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18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Database Design</a:t>
            </a:r>
            <a:endParaRPr sz="3618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802875" y="1574121"/>
            <a:ext cx="7785900" cy="25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00" tIns="45950" rIns="91900" bIns="45950" anchor="t" anchorCtr="0">
            <a:normAutofit/>
          </a:bodyPr>
          <a:lstStyle/>
          <a:p>
            <a:pPr marL="344702" lvl="0" indent="-34470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8"/>
              <a:buFont typeface="Noto Sans Symbols"/>
              <a:buChar char="►"/>
            </a:pPr>
            <a:r>
              <a:rPr lang="en-US" sz="180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Tables: users, admin, events, venues, registrations</a:t>
            </a:r>
            <a:endParaRPr sz="1809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4702" lvl="0" indent="-344702" algn="l" rtl="0"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1448"/>
              <a:buFont typeface="Noto Sans Symbols"/>
              <a:buChar char="►"/>
            </a:pPr>
            <a:r>
              <a:rPr lang="en-US" sz="180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One-to-many relationships</a:t>
            </a:r>
            <a:endParaRPr sz="1809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4702" lvl="0" indent="-344702" algn="l" rtl="0"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1448"/>
              <a:buFont typeface="Noto Sans Symbols"/>
              <a:buChar char="►"/>
            </a:pPr>
            <a:r>
              <a:rPr lang="en-US" sz="180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Efficient data linking</a:t>
            </a:r>
            <a:endParaRPr sz="1809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4702" lvl="0" indent="-344702" algn="l" rtl="0"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1448"/>
              <a:buFont typeface="Noto Sans Symbols"/>
              <a:buChar char="►"/>
            </a:pPr>
            <a:r>
              <a:rPr lang="en-US" sz="180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Scalable structure</a:t>
            </a:r>
            <a:endParaRPr sz="1809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7766661" y="6069900"/>
            <a:ext cx="6288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00" tIns="45950" rIns="91900" bIns="459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4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fld>
            <a:endParaRPr sz="904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 txBox="1"/>
          <p:nvPr/>
        </p:nvSpPr>
        <p:spPr>
          <a:xfrm>
            <a:off x="958925" y="631588"/>
            <a:ext cx="6347700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Workflow</a:t>
            </a:r>
            <a:endParaRPr sz="36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2" name="Google Shape;422;p38"/>
          <p:cNvSpPr txBox="1"/>
          <p:nvPr/>
        </p:nvSpPr>
        <p:spPr>
          <a:xfrm>
            <a:off x="958925" y="1739607"/>
            <a:ext cx="6347700" cy="27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Login / Signup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Browse events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Register 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View My Events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Cancel / Update profile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 txBox="1"/>
          <p:nvPr/>
        </p:nvSpPr>
        <p:spPr>
          <a:xfrm>
            <a:off x="1033275" y="594725"/>
            <a:ext cx="63477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Admin Workflow</a:t>
            </a:r>
            <a:endParaRPr sz="36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8" name="Google Shape;428;p39"/>
          <p:cNvSpPr txBox="1"/>
          <p:nvPr/>
        </p:nvSpPr>
        <p:spPr>
          <a:xfrm>
            <a:off x="1033275" y="1796131"/>
            <a:ext cx="6347700" cy="30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overview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Manage events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Manage registrations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Manage venues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0"/>
          <p:cNvSpPr txBox="1"/>
          <p:nvPr/>
        </p:nvSpPr>
        <p:spPr>
          <a:xfrm>
            <a:off x="869750" y="602175"/>
            <a:ext cx="63477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Enhancements</a:t>
            </a:r>
            <a:endParaRPr sz="36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869750" y="1698880"/>
            <a:ext cx="6347700" cy="27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Email notifications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integration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6576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Event scheduling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Mobile app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analytics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>
            <a:spLocks noGrp="1"/>
          </p:cNvSpPr>
          <p:nvPr>
            <p:ph type="title"/>
          </p:nvPr>
        </p:nvSpPr>
        <p:spPr>
          <a:xfrm>
            <a:off x="761135" y="693115"/>
            <a:ext cx="4467000" cy="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chivo Black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Conclusions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1"/>
          <p:cNvSpPr txBox="1">
            <a:spLocks noGrp="1"/>
          </p:cNvSpPr>
          <p:nvPr>
            <p:ph type="body" idx="1"/>
          </p:nvPr>
        </p:nvSpPr>
        <p:spPr>
          <a:xfrm>
            <a:off x="1008350" y="1477875"/>
            <a:ext cx="6539700" cy="22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</a:pPr>
            <a:r>
              <a:rPr lang="en-US" b="0" u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EventHub transforms college events from chaotic to coordinated with </a:t>
            </a:r>
            <a:r>
              <a:rPr lang="en-US" b="0" i="1" u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centralized tools</a:t>
            </a:r>
            <a:r>
              <a:rPr lang="en-US" b="0" u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real-time engagement, and data-driven insights.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</a:pP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/>
          <p:cNvSpPr txBox="1">
            <a:spLocks noGrp="1"/>
          </p:cNvSpPr>
          <p:nvPr>
            <p:ph type="title"/>
          </p:nvPr>
        </p:nvSpPr>
        <p:spPr>
          <a:xfrm>
            <a:off x="2581960" y="1447745"/>
            <a:ext cx="3552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chivo Black"/>
              <a:buNone/>
            </a:pPr>
            <a:r>
              <a:rPr lang="en-US" sz="5700" b="0" u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Thanks!</a:t>
            </a:r>
            <a:endParaRPr sz="5700" b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1148550" y="2910900"/>
            <a:ext cx="7004100" cy="1189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dk2"/>
                </a:highlight>
              </a:rPr>
              <a:t>Any questions ?</a:t>
            </a:r>
            <a:endParaRPr sz="2300">
              <a:solidFill>
                <a:schemeClr val="dk1"/>
              </a:solidFill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hly Strategy Review Meeting by Slidesgo">
  <a:themeElements>
    <a:clrScheme name="Simple Light">
      <a:dk1>
        <a:srgbClr val="151F29"/>
      </a:dk1>
      <a:lt1>
        <a:srgbClr val="EBE0DD"/>
      </a:lt1>
      <a:dk2>
        <a:srgbClr val="FFFFFF"/>
      </a:dk2>
      <a:lt2>
        <a:srgbClr val="912A3C"/>
      </a:lt2>
      <a:accent1>
        <a:srgbClr val="DC7C61"/>
      </a:accent1>
      <a:accent2>
        <a:srgbClr val="BA6136"/>
      </a:accent2>
      <a:accent3>
        <a:srgbClr val="FFA35A"/>
      </a:accent3>
      <a:accent4>
        <a:srgbClr val="005458"/>
      </a:accent4>
      <a:accent5>
        <a:srgbClr val="528C98"/>
      </a:accent5>
      <a:accent6>
        <a:srgbClr val="2C8C64"/>
      </a:accent6>
      <a:hlink>
        <a:srgbClr val="151F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269</Words>
  <Application>Microsoft Office PowerPoint</Application>
  <PresentationFormat>On-screen Show (16:9)</PresentationFormat>
  <Paragraphs>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Trebuchet MS</vt:lpstr>
      <vt:lpstr>Paytone One</vt:lpstr>
      <vt:lpstr>Arial</vt:lpstr>
      <vt:lpstr>Noto Sans Symbols</vt:lpstr>
      <vt:lpstr>Karla</vt:lpstr>
      <vt:lpstr>Archivo Black</vt:lpstr>
      <vt:lpstr>Monthly Strategy Review Meeting by Slidesgo</vt:lpstr>
      <vt:lpstr>Team: Bug Slayer Gaurab Aryal Rupak Karki Santosh Kumar Shah Salim Shrestha</vt:lpstr>
      <vt:lpstr>PowerPoint Presentation</vt:lpstr>
      <vt:lpstr>Introduction</vt:lpstr>
      <vt:lpstr>PowerPoint Presentation</vt:lpstr>
      <vt:lpstr>Solution Overview </vt:lpstr>
      <vt:lpstr>Key Features</vt:lpstr>
      <vt:lpstr>Technology Stack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StudyAcer</dc:creator>
  <cp:lastModifiedBy>Salim Shrestha</cp:lastModifiedBy>
  <cp:revision>2</cp:revision>
  <dcterms:modified xsi:type="dcterms:W3CDTF">2026-03-26T06:01:41Z</dcterms:modified>
</cp:coreProperties>
</file>